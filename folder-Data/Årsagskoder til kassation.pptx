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45"/>
  </p:sldMasterIdLst>
  <p:notesMasterIdLst>
    <p:notesMasterId r:id="rId50"/>
  </p:notesMasterIdLst>
  <p:handoutMasterIdLst>
    <p:handoutMasterId r:id="rId51"/>
  </p:handoutMasterIdLst>
  <p:sldIdLst>
    <p:sldId id="259" r:id="rId46"/>
    <p:sldId id="256" r:id="rId47"/>
    <p:sldId id="257" r:id="rId48"/>
    <p:sldId id="258" r:id="rId49"/>
  </p:sldIdLst>
  <p:sldSz cx="12188825" cy="6858000"/>
  <p:notesSz cx="6858000" cy="9144000"/>
  <p:defaultTextStyle>
    <a:defPPr>
      <a:defRPr lang="da-DK"/>
    </a:defPPr>
    <a:lvl1pPr marL="0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1pPr>
    <a:lvl2pPr marL="483763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2pPr>
    <a:lvl3pPr marL="967527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3pPr>
    <a:lvl4pPr marL="1451290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4pPr>
    <a:lvl5pPr marL="1935053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5pPr>
    <a:lvl6pPr marL="2418817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6pPr>
    <a:lvl7pPr marL="2902580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7pPr>
    <a:lvl8pPr marL="3386343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8pPr>
    <a:lvl9pPr marL="3870107" algn="l" defTabSz="967527" rtl="0" eaLnBrk="1" latinLnBrk="0" hangingPunct="1">
      <a:defRPr sz="1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8" name="Author" initials="A" lastIdx="0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1E2"/>
    <a:srgbClr val="94D8B1"/>
    <a:srgbClr val="FFFFAF"/>
    <a:srgbClr val="FFFF5B"/>
    <a:srgbClr val="FFF2B3"/>
    <a:srgbClr val="D1FFFF"/>
    <a:srgbClr val="92C2EE"/>
    <a:srgbClr val="66FFFF"/>
    <a:srgbClr val="00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3414" autoAdjust="0"/>
  </p:normalViewPr>
  <p:slideViewPr>
    <p:cSldViewPr snapToGrid="0" snapToObjects="1">
      <p:cViewPr varScale="1">
        <p:scale>
          <a:sx n="82" d="100"/>
          <a:sy n="82" d="100"/>
        </p:scale>
        <p:origin x="114" y="148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25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7" d="100"/>
          <a:sy n="117" d="100"/>
        </p:scale>
        <p:origin x="392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customXml" Target="../customXml/item39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customXml" Target="../customXml/item42.xml"/><Relationship Id="rId47" Type="http://schemas.openxmlformats.org/officeDocument/2006/relationships/slide" Target="slides/slide2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customXml" Target="../customXml/item29.xml"/><Relationship Id="rId41" Type="http://schemas.openxmlformats.org/officeDocument/2006/relationships/customXml" Target="../customXml/item41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slideMaster" Target="slideMasters/slideMaster1.xml"/><Relationship Id="rId53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4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" Target="slides/slide3.xml"/><Relationship Id="rId56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182F0D-E3A8-A8CD-238C-50F016CF4B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E826C-95ED-E725-25BA-34C25522A8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578E0-315B-4878-9C03-39EFFF443586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377E9-2CB5-D79F-7DBB-9DC45C519F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8D94A-3C70-B0E2-388F-2B28B20A65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815AF-0E4F-4AB8-BDBD-106C32675DF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8295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pitchFamily="34" charset="0"/>
              </a:defRPr>
            </a:lvl1pPr>
          </a:lstStyle>
          <a:p>
            <a:fld id="{DCCB8CF4-8B7D-0347-B5F5-5630D5C5F925}" type="datetimeFigureOut">
              <a:rPr lang="da-DK" smtClean="0"/>
              <a:pPr/>
              <a:t>04-02-2026</a:t>
            </a:fld>
            <a:endParaRPr lang="da-D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pitchFamily="34" charset="0"/>
              </a:defRPr>
            </a:lvl1pPr>
          </a:lstStyle>
          <a:p>
            <a:fld id="{D2B0507B-53A2-554C-AE98-86FCF7152BA5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682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7527" rtl="0" eaLnBrk="1" latinLnBrk="0" hangingPunct="1">
      <a:defRPr sz="127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83763" algn="l" defTabSz="967527" rtl="0" eaLnBrk="1" latinLnBrk="0" hangingPunct="1">
      <a:defRPr sz="127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67527" algn="l" defTabSz="967527" rtl="0" eaLnBrk="1" latinLnBrk="0" hangingPunct="1">
      <a:defRPr sz="127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451290" algn="l" defTabSz="967527" rtl="0" eaLnBrk="1" latinLnBrk="0" hangingPunct="1">
      <a:defRPr sz="127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935053" algn="l" defTabSz="967527" rtl="0" eaLnBrk="1" latinLnBrk="0" hangingPunct="1">
      <a:defRPr sz="127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418817" algn="l" defTabSz="967527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6pPr>
    <a:lvl7pPr marL="2902580" algn="l" defTabSz="967527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7pPr>
    <a:lvl8pPr marL="3386343" algn="l" defTabSz="967527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8pPr>
    <a:lvl9pPr marL="3870107" algn="l" defTabSz="967527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lide delt layout TI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91C69E9D-2631-FFD8-425B-FF6CA22DC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534275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3475234-8671-85AB-F002-9E5BCEDE6874}"/>
              </a:ext>
            </a:extLst>
          </p:cNvPr>
          <p:cNvSpPr/>
          <p:nvPr userDrawn="1"/>
        </p:nvSpPr>
        <p:spPr>
          <a:xfrm>
            <a:off x="7534276" y="0"/>
            <a:ext cx="46545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24158" y="1582738"/>
            <a:ext cx="3755067" cy="184626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000" baseline="0">
                <a:solidFill>
                  <a:schemeClr val="accent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24158" y="4451230"/>
            <a:ext cx="3755067" cy="957300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1" i="0">
                <a:solidFill>
                  <a:schemeClr val="accent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8" name="Pladsholder til tekst 17">
            <a:extLst>
              <a:ext uri="{FF2B5EF4-FFF2-40B4-BE49-F238E27FC236}">
                <a16:creationId xmlns:a16="http://schemas.microsoft.com/office/drawing/2014/main" id="{4CB90BC2-7ECB-4EAB-C9D4-0F4E7F4EE9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373063"/>
            <a:ext cx="2597150" cy="69532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5393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slide delt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0530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bg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668386"/>
            <a:ext cx="5053011" cy="54346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1" i="0">
                <a:solidFill>
                  <a:schemeClr val="bg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Klik for at tilføje undertitel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38BED17C-E5BE-90E8-CFD3-C84C4F0FB5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16055216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slide delt lyse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609441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0530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tx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668386"/>
            <a:ext cx="5053011" cy="54346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1" i="0">
                <a:solidFill>
                  <a:schemeClr val="tx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Klik for at tilføje undertitel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9FD8D029-F30C-CD7E-038B-D78840D02F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272635150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slide delt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/>
          <p:nvPr userDrawn="1"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a-DK" sz="20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0530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accent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668386"/>
            <a:ext cx="5053011" cy="54346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1" i="0">
                <a:solidFill>
                  <a:schemeClr val="accent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Klik for at tilføje undertitel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4FBA5065-5712-216A-48A7-84F9CB585B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105693034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slide oplæg gr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D447BF70-81A6-3A9F-1669-164F6C59449E}"/>
              </a:ext>
            </a:extLst>
          </p:cNvPr>
          <p:cNvSpPr/>
          <p:nvPr userDrawn="1"/>
        </p:nvSpPr>
        <p:spPr>
          <a:xfrm>
            <a:off x="-1" y="0"/>
            <a:ext cx="1218882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563B39F-AFCC-6434-A355-23B65C39C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675063"/>
            <a:ext cx="5484813" cy="2346325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/>
                <a:ea typeface="+mn-ea"/>
                <a:cs typeface="+mn-cs"/>
              </a:rPr>
              <a:t>Her kan navne på oplægsholdere stå</a:t>
            </a:r>
          </a:p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/>
                <a:ea typeface="+mn-ea"/>
                <a:cs typeface="+mn-cs"/>
              </a:rPr>
              <a:t>og deres titel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6E3C78-D98F-B945-7D8D-971BC8A652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4848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bg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 dirty="0"/>
              <a:t>Her kan titlen på oplægget stå</a:t>
            </a:r>
          </a:p>
        </p:txBody>
      </p:sp>
    </p:spTree>
    <p:extLst>
      <p:ext uri="{BB962C8B-B14F-4D97-AF65-F5344CB8AC3E}">
        <p14:creationId xmlns:p14="http://schemas.microsoft.com/office/powerpoint/2010/main" val="163998195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slide oplæg  lyserø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14C3904-A927-3860-028B-4B142CF4ADFA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563B39F-AFCC-6434-A355-23B65C39C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675063"/>
            <a:ext cx="5484813" cy="2346325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/>
                <a:ea typeface="+mn-ea"/>
                <a:cs typeface="+mn-cs"/>
              </a:rPr>
              <a:t>Her kan navne på oplægsholdere stå</a:t>
            </a:r>
          </a:p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/>
                <a:ea typeface="+mn-ea"/>
                <a:cs typeface="+mn-cs"/>
              </a:rPr>
              <a:t>og deres titel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6E3C78-D98F-B945-7D8D-971BC8A652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4848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tx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 dirty="0"/>
              <a:t>Her kan titlen på oplægget stå</a:t>
            </a:r>
          </a:p>
        </p:txBody>
      </p:sp>
    </p:spTree>
    <p:extLst>
      <p:ext uri="{BB962C8B-B14F-4D97-AF65-F5344CB8AC3E}">
        <p14:creationId xmlns:p14="http://schemas.microsoft.com/office/powerpoint/2010/main" val="345635243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slide oplæg mø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EE69DC9-63A2-1AA8-4382-C02E60A2AC7A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2139350"/>
            <a:ext cx="5484812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accent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 dirty="0"/>
              <a:t>Her kan titlen på oplægget stå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668386"/>
            <a:ext cx="5484811" cy="235300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kumimoji="0" lang="da-DK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Open Sans"/>
                <a:ea typeface="+mn-ea"/>
                <a:cs typeface="+mn-cs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Her kan navne på oplægsholdere stå</a:t>
            </a:r>
          </a:p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og </a:t>
            </a:r>
            <a:r>
              <a:rPr lang="da-DK" dirty="0"/>
              <a:t>deres titel</a:t>
            </a:r>
          </a:p>
        </p:txBody>
      </p:sp>
    </p:spTree>
    <p:extLst>
      <p:ext uri="{BB962C8B-B14F-4D97-AF65-F5344CB8AC3E}">
        <p14:creationId xmlns:p14="http://schemas.microsoft.com/office/powerpoint/2010/main" val="362566181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13DB-02D0-4EE1-8E0A-2A22007AA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7" name="Pladsholder til sidefod 4">
            <a:extLst>
              <a:ext uri="{FF2B5EF4-FFF2-40B4-BE49-F238E27FC236}">
                <a16:creationId xmlns:a16="http://schemas.microsoft.com/office/drawing/2014/main" id="{9C27C859-3BBA-D4A0-3684-2FE37935C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Projekt / initialer / version</a:t>
            </a:r>
          </a:p>
        </p:txBody>
      </p:sp>
      <p:sp>
        <p:nvSpPr>
          <p:cNvPr id="8" name="Pladsholder til slidenummer 5">
            <a:extLst>
              <a:ext uri="{FF2B5EF4-FFF2-40B4-BE49-F238E27FC236}">
                <a16:creationId xmlns:a16="http://schemas.microsoft.com/office/drawing/2014/main" id="{4DDC4001-D225-1792-7338-D9F50671A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2D91ADE-33B7-F934-B9A8-5C31BFC78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24" y="1582738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85A096D8-88C6-45BD-7CD3-4AF814DE52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3588" y="1582738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15" name="Pladsholder til tekst 3">
            <a:extLst>
              <a:ext uri="{FF2B5EF4-FFF2-40B4-BE49-F238E27FC236}">
                <a16:creationId xmlns:a16="http://schemas.microsoft.com/office/drawing/2014/main" id="{B7A055C0-02C3-BBBE-872B-144BE1CD78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224" y="2270001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16" name="Pladsholder til tekst 11">
            <a:extLst>
              <a:ext uri="{FF2B5EF4-FFF2-40B4-BE49-F238E27FC236}">
                <a16:creationId xmlns:a16="http://schemas.microsoft.com/office/drawing/2014/main" id="{EA2D161D-3457-1790-2E0A-1D518B299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3588" y="2270001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17" name="Pladsholder til tekst 3">
            <a:extLst>
              <a:ext uri="{FF2B5EF4-FFF2-40B4-BE49-F238E27FC236}">
                <a16:creationId xmlns:a16="http://schemas.microsoft.com/office/drawing/2014/main" id="{2843A72B-D073-B826-2EA3-2D1DFC7F75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224" y="2957264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18" name="Pladsholder til tekst 11">
            <a:extLst>
              <a:ext uri="{FF2B5EF4-FFF2-40B4-BE49-F238E27FC236}">
                <a16:creationId xmlns:a16="http://schemas.microsoft.com/office/drawing/2014/main" id="{43FDF159-9047-48A0-F61C-E61384C732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588" y="2957264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19" name="Pladsholder til tekst 3">
            <a:extLst>
              <a:ext uri="{FF2B5EF4-FFF2-40B4-BE49-F238E27FC236}">
                <a16:creationId xmlns:a16="http://schemas.microsoft.com/office/drawing/2014/main" id="{F8C7C446-33D1-5981-F0B6-EF325A3389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224" y="3644527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20" name="Pladsholder til tekst 11">
            <a:extLst>
              <a:ext uri="{FF2B5EF4-FFF2-40B4-BE49-F238E27FC236}">
                <a16:creationId xmlns:a16="http://schemas.microsoft.com/office/drawing/2014/main" id="{AFF40622-2D5F-0765-B99A-F6E89C4C30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3588" y="3644527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21" name="Pladsholder til tekst 3">
            <a:extLst>
              <a:ext uri="{FF2B5EF4-FFF2-40B4-BE49-F238E27FC236}">
                <a16:creationId xmlns:a16="http://schemas.microsoft.com/office/drawing/2014/main" id="{E95865D1-6B51-F501-1308-0385FC6350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224" y="4331790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22" name="Pladsholder til tekst 11">
            <a:extLst>
              <a:ext uri="{FF2B5EF4-FFF2-40B4-BE49-F238E27FC236}">
                <a16:creationId xmlns:a16="http://schemas.microsoft.com/office/drawing/2014/main" id="{992DAC8C-A5C0-F142-2998-EC66FA0A7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3588" y="4331790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23" name="Pladsholder til tekst 3">
            <a:extLst>
              <a:ext uri="{FF2B5EF4-FFF2-40B4-BE49-F238E27FC236}">
                <a16:creationId xmlns:a16="http://schemas.microsoft.com/office/drawing/2014/main" id="{258E0675-5F02-11E3-D0C9-8E023B5087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224" y="5019053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24" name="Pladsholder til tekst 11">
            <a:extLst>
              <a:ext uri="{FF2B5EF4-FFF2-40B4-BE49-F238E27FC236}">
                <a16:creationId xmlns:a16="http://schemas.microsoft.com/office/drawing/2014/main" id="{9F19D5F5-E725-8342-74A8-0D51838D8F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3588" y="5019053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  <p:sp>
        <p:nvSpPr>
          <p:cNvPr id="25" name="Pladsholder til tekst 3">
            <a:extLst>
              <a:ext uri="{FF2B5EF4-FFF2-40B4-BE49-F238E27FC236}">
                <a16:creationId xmlns:a16="http://schemas.microsoft.com/office/drawing/2014/main" id="{BDCB433E-EBE3-E4EC-CD4B-41EC59955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224" y="5706315"/>
            <a:ext cx="2789209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Indsæt tidspunkt</a:t>
            </a:r>
            <a:endParaRPr lang="da-DK" dirty="0"/>
          </a:p>
        </p:txBody>
      </p:sp>
      <p:sp>
        <p:nvSpPr>
          <p:cNvPr id="26" name="Pladsholder til tekst 11">
            <a:extLst>
              <a:ext uri="{FF2B5EF4-FFF2-40B4-BE49-F238E27FC236}">
                <a16:creationId xmlns:a16="http://schemas.microsoft.com/office/drawing/2014/main" id="{C5FA5459-81FB-6DC0-0B8B-DC2AFCFF4A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3588" y="5706315"/>
            <a:ext cx="7999262" cy="31507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80000" indent="0">
              <a:buNone/>
              <a:defRPr sz="1200">
                <a:solidFill>
                  <a:schemeClr val="tx1"/>
                </a:solidFill>
              </a:defRPr>
            </a:lvl2pPr>
            <a:lvl3pPr marL="360000" indent="0">
              <a:buNone/>
              <a:defRPr sz="1000">
                <a:solidFill>
                  <a:schemeClr val="tx1"/>
                </a:solidFill>
              </a:defRPr>
            </a:lvl3pPr>
            <a:lvl4pPr marL="540000" indent="0">
              <a:buNone/>
              <a:defRPr sz="1000">
                <a:solidFill>
                  <a:schemeClr val="tx1"/>
                </a:solidFill>
              </a:defRPr>
            </a:lvl4pPr>
            <a:lvl5pPr marL="7200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/>
              <a:t>Agenda punkt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341793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rt agenda gr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/>
          <p:nvPr userDrawn="1"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2" y="1582738"/>
            <a:ext cx="5053011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bg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Indsæt overskrift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4" y="3114136"/>
            <a:ext cx="5053010" cy="323110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buNone/>
              <a:defRPr sz="2400" b="1" i="0">
                <a:solidFill>
                  <a:schemeClr val="bg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Indsæt agenda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9F2C2183-32E6-2893-EDBF-432B21A710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88825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rt agenda lyserø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/>
          <p:nvPr userDrawn="1"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2" y="1582738"/>
            <a:ext cx="5053011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tx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Indsæt overskrift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4" y="3114136"/>
            <a:ext cx="5053010" cy="323110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buNone/>
              <a:defRPr sz="2400" b="1" i="0">
                <a:solidFill>
                  <a:schemeClr val="tx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Indsæt agenda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9F2C2183-32E6-2893-EDBF-432B21A710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121389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rt agenda rø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161FD14-5287-508A-6E00-A9CB8AF1FB44}"/>
              </a:ext>
            </a:extLst>
          </p:cNvPr>
          <p:cNvSpPr/>
          <p:nvPr userDrawn="1"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3" y="1582738"/>
            <a:ext cx="5053010" cy="128964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400" baseline="0">
                <a:solidFill>
                  <a:schemeClr val="accent2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a-DK"/>
              <a:t>Indsæt overskrift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4" y="3114136"/>
            <a:ext cx="5053009" cy="323110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buNone/>
              <a:defRPr sz="2400" b="1" i="0">
                <a:solidFill>
                  <a:schemeClr val="accent2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4" indent="0" algn="ctr">
              <a:buNone/>
              <a:defRPr sz="2000"/>
            </a:lvl2pPr>
            <a:lvl3pPr marL="914130" indent="0" algn="ctr">
              <a:buNone/>
              <a:defRPr sz="1800"/>
            </a:lvl3pPr>
            <a:lvl4pPr marL="1371194" indent="0" algn="ctr">
              <a:buNone/>
              <a:defRPr sz="1600"/>
            </a:lvl4pPr>
            <a:lvl5pPr marL="1828259" indent="0" algn="ctr">
              <a:buNone/>
              <a:defRPr sz="1600"/>
            </a:lvl5pPr>
            <a:lvl6pPr marL="2285323" indent="0" algn="ctr">
              <a:buNone/>
              <a:defRPr sz="1600"/>
            </a:lvl6pPr>
            <a:lvl7pPr marL="2742389" indent="0" algn="ctr">
              <a:buNone/>
              <a:defRPr sz="1600"/>
            </a:lvl7pPr>
            <a:lvl8pPr marL="3199453" indent="0" algn="ctr">
              <a:buNone/>
              <a:defRPr sz="1600"/>
            </a:lvl8pPr>
            <a:lvl9pPr marL="3656518" indent="0" algn="ctr">
              <a:buNone/>
              <a:defRPr sz="1600"/>
            </a:lvl9pPr>
          </a:lstStyle>
          <a:p>
            <a:r>
              <a:rPr lang="da-DK"/>
              <a:t>Indsæt agenda</a:t>
            </a:r>
            <a:endParaRPr lang="da-DK" dirty="0"/>
          </a:p>
        </p:txBody>
      </p:sp>
      <p:sp>
        <p:nvSpPr>
          <p:cNvPr id="4" name="Pladsholder til billede 5">
            <a:extLst>
              <a:ext uri="{FF2B5EF4-FFF2-40B4-BE49-F238E27FC236}">
                <a16:creationId xmlns:a16="http://schemas.microsoft.com/office/drawing/2014/main" id="{9F2C2183-32E6-2893-EDBF-432B21A710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</p:spPr>
        <p:txBody>
          <a:bodyPr lIns="0" tIns="1440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2110205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 Case eksempel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dsholder til tekst 34">
            <a:extLst>
              <a:ext uri="{FF2B5EF4-FFF2-40B4-BE49-F238E27FC236}">
                <a16:creationId xmlns:a16="http://schemas.microsoft.com/office/drawing/2014/main" id="{9A1D4817-F6D2-418F-8AB8-E8753081ABC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64838" y="2691442"/>
            <a:ext cx="2520000" cy="364455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6" name="Pladsholder til tekst 34">
            <a:extLst>
              <a:ext uri="{FF2B5EF4-FFF2-40B4-BE49-F238E27FC236}">
                <a16:creationId xmlns:a16="http://schemas.microsoft.com/office/drawing/2014/main" id="{6D46F625-5C37-31C7-F8B5-52D688BFD4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4813" y="2691442"/>
            <a:ext cx="2520000" cy="364455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5" name="Pladsholder til tekst 34">
            <a:extLst>
              <a:ext uri="{FF2B5EF4-FFF2-40B4-BE49-F238E27FC236}">
                <a16:creationId xmlns:a16="http://schemas.microsoft.com/office/drawing/2014/main" id="{DA39069F-A22A-D50E-8900-19245E0986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4786" y="2691442"/>
            <a:ext cx="2520000" cy="364455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C3BF61D8-FF4B-AC86-522B-D4F3D7980385}"/>
              </a:ext>
            </a:extLst>
          </p:cNvPr>
          <p:cNvSpPr/>
          <p:nvPr userDrawn="1"/>
        </p:nvSpPr>
        <p:spPr>
          <a:xfrm>
            <a:off x="609600" y="0"/>
            <a:ext cx="2281238" cy="633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69EDAFF1-7C84-7C0D-A845-6D258EAF4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0588" y="304800"/>
            <a:ext cx="8154250" cy="9366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en-DK" dirty="0">
                <a:solidFill>
                  <a:schemeClr val="accent4"/>
                </a:solidFill>
              </a:defRPr>
            </a:lvl1pPr>
          </a:lstStyle>
          <a:p>
            <a:pPr lvl="0"/>
            <a:r>
              <a:rPr lang="da-DK" dirty="0"/>
              <a:t>Indsæt kundecase</a:t>
            </a:r>
            <a:endParaRPr lang="en-DK" dirty="0"/>
          </a:p>
        </p:txBody>
      </p:sp>
      <p:sp>
        <p:nvSpPr>
          <p:cNvPr id="2" name="Oval 12">
            <a:extLst>
              <a:ext uri="{FF2B5EF4-FFF2-40B4-BE49-F238E27FC236}">
                <a16:creationId xmlns:a16="http://schemas.microsoft.com/office/drawing/2014/main" id="{65D0193E-F4D5-906F-EB02-82EA394D09F9}"/>
              </a:ext>
            </a:extLst>
          </p:cNvPr>
          <p:cNvSpPr/>
          <p:nvPr userDrawn="1"/>
        </p:nvSpPr>
        <p:spPr>
          <a:xfrm>
            <a:off x="1267766" y="304800"/>
            <a:ext cx="936625" cy="9366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723CDF9-FD9E-091C-13EB-EA1B6739F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95969" y="546288"/>
            <a:ext cx="547046" cy="453648"/>
          </a:xfrm>
          <a:prstGeom prst="rect">
            <a:avLst/>
          </a:prstGeom>
        </p:spPr>
      </p:pic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E2821EE0-60FB-48C2-8E88-B45793BE03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286437"/>
            <a:ext cx="2281237" cy="4058801"/>
          </a:xfrm>
          <a:prstGeom prst="rect">
            <a:avLst/>
          </a:prstGeom>
        </p:spPr>
        <p:txBody>
          <a:bodyPr wrap="square" lIns="180000" tIns="180000" rIns="180000" bIns="180000" anchor="t" anchorCtr="0"/>
          <a:lstStyle>
            <a:lvl1pPr marL="0" indent="0" algn="ctr">
              <a:lnSpc>
                <a:spcPts val="1840"/>
              </a:lnSpc>
              <a:buFontTx/>
              <a:buNone/>
              <a:defRPr sz="1200" i="1" baseline="0"/>
            </a:lvl1pPr>
          </a:lstStyle>
          <a:p>
            <a:pPr marL="0" marR="0" lvl="0" indent="0" algn="ctr" defTabSz="914130" rtl="0" eaLnBrk="1" fontAlgn="auto" latinLnBrk="0" hangingPunct="1">
              <a:lnSpc>
                <a:spcPts val="184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dirty="0"/>
              <a:t>Indsæt kundecitat samt</a:t>
            </a:r>
            <a:br>
              <a:rPr lang="en-GB" dirty="0"/>
            </a:br>
            <a:r>
              <a:rPr lang="en-GB" dirty="0"/>
              <a:t>navn, stilling, virksomhed</a:t>
            </a:r>
          </a:p>
        </p:txBody>
      </p:sp>
      <p:sp>
        <p:nvSpPr>
          <p:cNvPr id="11" name="Text Placeholder 44">
            <a:extLst>
              <a:ext uri="{FF2B5EF4-FFF2-40B4-BE49-F238E27FC236}">
                <a16:creationId xmlns:a16="http://schemas.microsoft.com/office/drawing/2014/main" id="{C1F1D4BC-6E7D-68FE-825D-DEC9E82824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584133"/>
            <a:ext cx="2281237" cy="615604"/>
          </a:xfrm>
          <a:prstGeom prst="rect">
            <a:avLst/>
          </a:prstGeom>
        </p:spPr>
        <p:txBody>
          <a:bodyPr wrap="square" lIns="108000" tIns="0" rIns="108000" anchor="ctr" anchorCtr="0"/>
          <a:lstStyle>
            <a:lvl1pPr marL="0" indent="0" algn="ctr">
              <a:lnSpc>
                <a:spcPts val="1300"/>
              </a:lnSpc>
              <a:spcBef>
                <a:spcPts val="0"/>
              </a:spcBef>
              <a:buFontTx/>
              <a:buNone/>
              <a:defRPr sz="1200" b="1" baseline="0"/>
            </a:lvl1pPr>
          </a:lstStyle>
          <a:p>
            <a:pPr lvl="0"/>
            <a:r>
              <a:rPr lang="en-GB" dirty="0"/>
              <a:t>Indsæt virksomhed(er)</a:t>
            </a:r>
          </a:p>
        </p:txBody>
      </p:sp>
      <p:sp>
        <p:nvSpPr>
          <p:cNvPr id="3" name="Pladsholder til sidefod 4">
            <a:extLst>
              <a:ext uri="{FF2B5EF4-FFF2-40B4-BE49-F238E27FC236}">
                <a16:creationId xmlns:a16="http://schemas.microsoft.com/office/drawing/2014/main" id="{97AD7E7E-DEA5-EA8A-70CE-A9A9BF242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 dirty="0"/>
              <a:t>Project / initials / version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EA37DEE-791B-5A08-4935-D344E71C1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0087DB00-0D6E-D25B-05E6-414FCDC423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493401" y="1593809"/>
            <a:ext cx="546288" cy="513323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131E2704-ACD0-BF5F-3C9F-096DAA67EA0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000090" y="1696439"/>
            <a:ext cx="618513" cy="410693"/>
          </a:xfrm>
          <a:prstGeom prst="rect">
            <a:avLst/>
          </a:prstGeom>
        </p:spPr>
      </p:pic>
      <p:pic>
        <p:nvPicPr>
          <p:cNvPr id="10" name="Picture 22">
            <a:extLst>
              <a:ext uri="{FF2B5EF4-FFF2-40B4-BE49-F238E27FC236}">
                <a16:creationId xmlns:a16="http://schemas.microsoft.com/office/drawing/2014/main" id="{AC5DE97A-5EDA-F669-8D94-1724993A4E8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33501" y="1578316"/>
            <a:ext cx="518680" cy="528655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93379727-4712-7B96-CB3A-E867FC1F29A7}"/>
              </a:ext>
            </a:extLst>
          </p:cNvPr>
          <p:cNvSpPr txBox="1"/>
          <p:nvPr userDrawn="1"/>
        </p:nvSpPr>
        <p:spPr>
          <a:xfrm>
            <a:off x="3442996" y="2327479"/>
            <a:ext cx="252000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a-DK" sz="1800" b="1" dirty="0">
                <a:solidFill>
                  <a:schemeClr val="bg2"/>
                </a:solidFill>
              </a:rPr>
              <a:t>Challenge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F5FF6609-630B-057E-FAF9-2DAD514FDA36}"/>
              </a:ext>
            </a:extLst>
          </p:cNvPr>
          <p:cNvSpPr txBox="1"/>
          <p:nvPr userDrawn="1"/>
        </p:nvSpPr>
        <p:spPr>
          <a:xfrm>
            <a:off x="6247713" y="2327479"/>
            <a:ext cx="252000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a-DK" sz="1800" b="1" dirty="0">
                <a:solidFill>
                  <a:schemeClr val="bg2"/>
                </a:solidFill>
              </a:rPr>
              <a:t>Solution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E0B465A9-9DF7-BCC3-CCC3-55399F66E640}"/>
              </a:ext>
            </a:extLst>
          </p:cNvPr>
          <p:cNvSpPr txBox="1"/>
          <p:nvPr userDrawn="1"/>
        </p:nvSpPr>
        <p:spPr>
          <a:xfrm>
            <a:off x="9064838" y="2327479"/>
            <a:ext cx="252000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a-DK" sz="1800" b="1" dirty="0">
                <a:solidFill>
                  <a:schemeClr val="bg2"/>
                </a:solidFill>
              </a:rPr>
              <a:t>Effect</a:t>
            </a:r>
          </a:p>
        </p:txBody>
      </p:sp>
    </p:spTree>
    <p:extLst>
      <p:ext uri="{BB962C8B-B14F-4D97-AF65-F5344CB8AC3E}">
        <p14:creationId xmlns:p14="http://schemas.microsoft.com/office/powerpoint/2010/main" val="13681191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161">
          <p15:clr>
            <a:srgbClr val="FBAE40"/>
          </p15:clr>
        </p15:guide>
        <p15:guide id="2" pos="18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 Case Citat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653874F6-4A64-A025-7082-1131A352FC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588" y="1582738"/>
            <a:ext cx="1007379" cy="7457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CD69C9-727D-7FB9-27FA-943C6BE1E3FD}"/>
              </a:ext>
            </a:extLst>
          </p:cNvPr>
          <p:cNvSpPr/>
          <p:nvPr userDrawn="1"/>
        </p:nvSpPr>
        <p:spPr>
          <a:xfrm>
            <a:off x="609600" y="0"/>
            <a:ext cx="2281238" cy="63117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69EDAFF1-7C84-7C0D-A845-6D258EAF4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0054" y="304800"/>
            <a:ext cx="8139171" cy="9366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en-DK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dirty="0"/>
              <a:t>Indsæt kundecase</a:t>
            </a:r>
            <a:endParaRPr lang="en-DK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E063C6-0CB3-5FAB-00B1-3861B19BCD38}"/>
              </a:ext>
            </a:extLst>
          </p:cNvPr>
          <p:cNvSpPr/>
          <p:nvPr userDrawn="1"/>
        </p:nvSpPr>
        <p:spPr>
          <a:xfrm>
            <a:off x="1267766" y="304800"/>
            <a:ext cx="936625" cy="9366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2A6627-71FB-C0C1-5492-F749131C32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95969" y="546288"/>
            <a:ext cx="547046" cy="453648"/>
          </a:xfrm>
          <a:prstGeom prst="rect">
            <a:avLst/>
          </a:prstGeom>
        </p:spPr>
      </p:pic>
      <p:sp>
        <p:nvSpPr>
          <p:cNvPr id="30" name="Text Placeholder 44">
            <a:extLst>
              <a:ext uri="{FF2B5EF4-FFF2-40B4-BE49-F238E27FC236}">
                <a16:creationId xmlns:a16="http://schemas.microsoft.com/office/drawing/2014/main" id="{82E38AC5-FB34-F8E8-E24D-32C86DED7C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286437"/>
            <a:ext cx="2281237" cy="4058801"/>
          </a:xfrm>
        </p:spPr>
        <p:txBody>
          <a:bodyPr wrap="square" lIns="180000" tIns="180000" rIns="180000" bIns="180000" anchor="t" anchorCtr="0"/>
          <a:lstStyle>
            <a:lvl1pPr marL="0" indent="0" algn="ctr">
              <a:lnSpc>
                <a:spcPts val="1840"/>
              </a:lnSpc>
              <a:buFontTx/>
              <a:buNone/>
              <a:defRPr sz="1200" i="0" baseline="0"/>
            </a:lvl1pPr>
          </a:lstStyle>
          <a:p>
            <a:pPr lvl="0"/>
            <a:r>
              <a:rPr lang="en-GB" dirty="0"/>
              <a:t>Indsæt case/kontakt mv</a:t>
            </a:r>
          </a:p>
        </p:txBody>
      </p:sp>
      <p:sp>
        <p:nvSpPr>
          <p:cNvPr id="32" name="Text Placeholder 44">
            <a:extLst>
              <a:ext uri="{FF2B5EF4-FFF2-40B4-BE49-F238E27FC236}">
                <a16:creationId xmlns:a16="http://schemas.microsoft.com/office/drawing/2014/main" id="{76C242E9-C139-862A-E62F-8B4D979D729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584133"/>
            <a:ext cx="2281237" cy="615604"/>
          </a:xfrm>
        </p:spPr>
        <p:txBody>
          <a:bodyPr wrap="square" lIns="108000" tIns="0" rIns="108000" anchor="ctr" anchorCtr="0"/>
          <a:lstStyle>
            <a:lvl1pPr marL="0" indent="0" algn="ctr">
              <a:lnSpc>
                <a:spcPts val="1300"/>
              </a:lnSpc>
              <a:spcBef>
                <a:spcPts val="0"/>
              </a:spcBef>
              <a:buFontTx/>
              <a:buNone/>
              <a:defRPr sz="1200" b="1" baseline="0"/>
            </a:lvl1pPr>
          </a:lstStyle>
          <a:p>
            <a:pPr lvl="0"/>
            <a:r>
              <a:rPr lang="en-GB" dirty="0"/>
              <a:t>Indsæt kunde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3E3A8BC5-FA57-B647-46F1-947999102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18317" y="2268000"/>
            <a:ext cx="7360908" cy="4077238"/>
          </a:xfrm>
          <a:noFill/>
        </p:spPr>
        <p:txBody>
          <a:bodyPr lIns="0" tIns="0" rIns="0"/>
          <a:lstStyle>
            <a:lvl1pPr marL="0" indent="0">
              <a:lnSpc>
                <a:spcPts val="3240"/>
              </a:lnSpc>
              <a:spcBef>
                <a:spcPts val="0"/>
              </a:spcBef>
              <a:buFontTx/>
              <a:buNone/>
              <a:defRPr sz="2200" b="0" i="1" cap="none" baseline="0">
                <a:solidFill>
                  <a:schemeClr val="tx1"/>
                </a:solidFill>
              </a:defRPr>
            </a:lvl1pPr>
            <a:lvl2pPr marL="0" indent="-228532">
              <a:buFont typeface="Arial" panose="020B0604020202020204" pitchFamily="34" charset="0"/>
              <a:buChar char="•"/>
              <a:defRPr sz="1600" baseline="0"/>
            </a:lvl2pPr>
            <a:lvl3pPr marL="457052" indent="0">
              <a:buNone/>
              <a:defRPr/>
            </a:lvl3pPr>
          </a:lstStyle>
          <a:p>
            <a:pPr lvl="0"/>
            <a:r>
              <a:rPr lang="en-GB"/>
              <a:t>Indsæt kundecitat</a:t>
            </a:r>
          </a:p>
          <a:p>
            <a:pPr lvl="0"/>
            <a:endParaRPr lang="en-GB" dirty="0"/>
          </a:p>
        </p:txBody>
      </p:sp>
      <p:sp>
        <p:nvSpPr>
          <p:cNvPr id="2" name="Pladsholder til sidefod 4">
            <a:extLst>
              <a:ext uri="{FF2B5EF4-FFF2-40B4-BE49-F238E27FC236}">
                <a16:creationId xmlns:a16="http://schemas.microsoft.com/office/drawing/2014/main" id="{D862852F-CDFB-0F13-260B-CB4F143F1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 dirty="0"/>
              <a:t>Project / initials / version</a:t>
            </a:r>
          </a:p>
        </p:txBody>
      </p:sp>
      <p:sp>
        <p:nvSpPr>
          <p:cNvPr id="4" name="Pladsholder til slidenummer 5">
            <a:extLst>
              <a:ext uri="{FF2B5EF4-FFF2-40B4-BE49-F238E27FC236}">
                <a16:creationId xmlns:a16="http://schemas.microsoft.com/office/drawing/2014/main" id="{40496A47-7920-B9E6-55B7-5549B685D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921460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161">
          <p15:clr>
            <a:srgbClr val="FBAE40"/>
          </p15:clr>
        </p15:guide>
        <p15:guide id="2" pos="18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 Case Bille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CD69C9-727D-7FB9-27FA-943C6BE1E3FD}"/>
              </a:ext>
            </a:extLst>
          </p:cNvPr>
          <p:cNvSpPr/>
          <p:nvPr userDrawn="1"/>
        </p:nvSpPr>
        <p:spPr>
          <a:xfrm>
            <a:off x="609600" y="0"/>
            <a:ext cx="2281238" cy="6345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69EDAFF1-7C84-7C0D-A845-6D258EAF4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0587" y="304800"/>
            <a:ext cx="8148637" cy="9366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en-DK" sz="3600" b="1" kern="1200" cap="none" baseline="0" dirty="0">
                <a:solidFill>
                  <a:schemeClr val="bg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algn="ctr" defTabSz="91413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da-DK" dirty="0"/>
              <a:t>Indsæt kundecase</a:t>
            </a:r>
            <a:endParaRPr lang="en-DK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E063C6-0CB3-5FAB-00B1-3861B19BCD38}"/>
              </a:ext>
            </a:extLst>
          </p:cNvPr>
          <p:cNvSpPr/>
          <p:nvPr userDrawn="1"/>
        </p:nvSpPr>
        <p:spPr>
          <a:xfrm>
            <a:off x="1267766" y="304800"/>
            <a:ext cx="936625" cy="9366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2A6627-71FB-C0C1-5492-F749131C32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95969" y="546288"/>
            <a:ext cx="547046" cy="453648"/>
          </a:xfrm>
          <a:prstGeom prst="rect">
            <a:avLst/>
          </a:prstGeom>
        </p:spPr>
      </p:pic>
      <p:sp>
        <p:nvSpPr>
          <p:cNvPr id="30" name="Text Placeholder 44">
            <a:extLst>
              <a:ext uri="{FF2B5EF4-FFF2-40B4-BE49-F238E27FC236}">
                <a16:creationId xmlns:a16="http://schemas.microsoft.com/office/drawing/2014/main" id="{82E38AC5-FB34-F8E8-E24D-32C86DED7C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286437"/>
            <a:ext cx="2281237" cy="4058801"/>
          </a:xfrm>
        </p:spPr>
        <p:txBody>
          <a:bodyPr wrap="square" lIns="180000" tIns="180000" rIns="180000" bIns="180000" anchor="t" anchorCtr="0"/>
          <a:lstStyle>
            <a:lvl1pPr marL="0" indent="0" algn="ctr">
              <a:lnSpc>
                <a:spcPts val="1840"/>
              </a:lnSpc>
              <a:buFontTx/>
              <a:buNone/>
              <a:defRPr sz="1200" i="1" baseline="0"/>
            </a:lvl1pPr>
          </a:lstStyle>
          <a:p>
            <a:pPr lvl="0"/>
            <a:r>
              <a:rPr lang="en-GB" dirty="0"/>
              <a:t>Indsæt kundecitat</a:t>
            </a:r>
          </a:p>
        </p:txBody>
      </p:sp>
      <p:sp>
        <p:nvSpPr>
          <p:cNvPr id="32" name="Text Placeholder 44">
            <a:extLst>
              <a:ext uri="{FF2B5EF4-FFF2-40B4-BE49-F238E27FC236}">
                <a16:creationId xmlns:a16="http://schemas.microsoft.com/office/drawing/2014/main" id="{76C242E9-C139-862A-E62F-8B4D979D729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584133"/>
            <a:ext cx="2281237" cy="615604"/>
          </a:xfrm>
        </p:spPr>
        <p:txBody>
          <a:bodyPr wrap="square" lIns="108000" tIns="0" rIns="108000" anchor="ctr" anchorCtr="0"/>
          <a:lstStyle>
            <a:lvl1pPr marL="0" indent="0" algn="ctr">
              <a:lnSpc>
                <a:spcPts val="1300"/>
              </a:lnSpc>
              <a:spcBef>
                <a:spcPts val="0"/>
              </a:spcBef>
              <a:buFontTx/>
              <a:buNone/>
              <a:defRPr sz="1200" b="1" baseline="0"/>
            </a:lvl1pPr>
          </a:lstStyle>
          <a:p>
            <a:pPr lvl="0"/>
            <a:r>
              <a:rPr lang="en-GB" dirty="0"/>
              <a:t>Indsæt kunde/case/navn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2959E07C-D2D5-74A9-2F2E-57059E434A7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40053" y="1582738"/>
            <a:ext cx="8129708" cy="4762500"/>
          </a:xfrm>
          <a:solidFill>
            <a:schemeClr val="bg1"/>
          </a:solidFill>
        </p:spPr>
        <p:txBody>
          <a:bodyPr lIns="720000" tIns="1440000" rIns="720000" bIns="0" anchor="ctr" anchorCtr="0"/>
          <a:lstStyle>
            <a:lvl1pPr marL="0" indent="0" algn="ctr">
              <a:buNone/>
              <a:defRPr sz="1400" b="0" i="0" cap="none" baseline="0">
                <a:solidFill>
                  <a:schemeClr val="tx1"/>
                </a:solidFill>
              </a:defRPr>
            </a:lvl1pPr>
          </a:lstStyle>
          <a:p>
            <a:r>
              <a:rPr lang="en-DK" dirty="0"/>
              <a:t>Klik på rammen </a:t>
            </a:r>
            <a:r>
              <a:rPr lang="da-DK" dirty="0"/>
              <a:t>og indsæt billede</a:t>
            </a:r>
            <a:br>
              <a:rPr lang="da-DK" dirty="0"/>
            </a:br>
            <a:r>
              <a:rPr lang="da-DK" dirty="0"/>
              <a:t>via Templafy-menuen ”Fotos og logos”</a:t>
            </a:r>
            <a:endParaRPr lang="en-DK" dirty="0"/>
          </a:p>
        </p:txBody>
      </p:sp>
      <p:sp>
        <p:nvSpPr>
          <p:cNvPr id="2" name="Pladsholder til sidefod 4">
            <a:extLst>
              <a:ext uri="{FF2B5EF4-FFF2-40B4-BE49-F238E27FC236}">
                <a16:creationId xmlns:a16="http://schemas.microsoft.com/office/drawing/2014/main" id="{2B39F506-173A-0121-2E1B-3FC34773A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 dirty="0"/>
              <a:t>Project / initials / version</a:t>
            </a:r>
          </a:p>
        </p:txBody>
      </p:sp>
      <p:sp>
        <p:nvSpPr>
          <p:cNvPr id="4" name="Pladsholder til slidenummer 5">
            <a:extLst>
              <a:ext uri="{FF2B5EF4-FFF2-40B4-BE49-F238E27FC236}">
                <a16:creationId xmlns:a16="http://schemas.microsoft.com/office/drawing/2014/main" id="{24B718F4-E935-73D8-7DB0-D9666F2BA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531687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161">
          <p15:clr>
            <a:srgbClr val="FBAE40"/>
          </p15:clr>
        </p15:guide>
        <p15:guide id="2" pos="18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olonner tal &amp; tekst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8DAD1-4A0B-4C9D-F6D0-8E57BC3E04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 dirty="0"/>
              <a:t>Klik for at tilføje titel</a:t>
            </a:r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9A66164-E612-5F1D-8BB7-0941446804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/>
              <a:t>Projekt / initialer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511B34-5DB6-E723-7C41-70B91D9D5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96091E-5511-8ABC-3077-1E73F1436EAD}"/>
              </a:ext>
            </a:extLst>
          </p:cNvPr>
          <p:cNvSpPr/>
          <p:nvPr userDrawn="1"/>
        </p:nvSpPr>
        <p:spPr>
          <a:xfrm>
            <a:off x="622816" y="1582738"/>
            <a:ext cx="3492000" cy="4762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D9D2593-C21E-A69D-9F19-AB8E95C42A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208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7" name="Pladsholder til tekst 14">
            <a:extLst>
              <a:ext uri="{FF2B5EF4-FFF2-40B4-BE49-F238E27FC236}">
                <a16:creationId xmlns:a16="http://schemas.microsoft.com/office/drawing/2014/main" id="{1E98DB82-CBEE-FA37-EA47-346E45F539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208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8" name="Pladsholder til tekst 14">
            <a:extLst>
              <a:ext uri="{FF2B5EF4-FFF2-40B4-BE49-F238E27FC236}">
                <a16:creationId xmlns:a16="http://schemas.microsoft.com/office/drawing/2014/main" id="{E0780009-0844-A29E-8467-FC2F87F44A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208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9" name="Pladsholder til tekst 14">
            <a:extLst>
              <a:ext uri="{FF2B5EF4-FFF2-40B4-BE49-F238E27FC236}">
                <a16:creationId xmlns:a16="http://schemas.microsoft.com/office/drawing/2014/main" id="{4237D658-86D7-BD4B-6F24-A5A619B536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08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0" name="Pladsholder til tekst 14">
            <a:extLst>
              <a:ext uri="{FF2B5EF4-FFF2-40B4-BE49-F238E27FC236}">
                <a16:creationId xmlns:a16="http://schemas.microsoft.com/office/drawing/2014/main" id="{D3496A66-7047-B8F8-D385-A0EA539B4C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208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1EDE915-F0DB-794D-8664-876D64EF9D2D}"/>
              </a:ext>
            </a:extLst>
          </p:cNvPr>
          <p:cNvSpPr/>
          <p:nvPr userDrawn="1"/>
        </p:nvSpPr>
        <p:spPr>
          <a:xfrm>
            <a:off x="8087225" y="1582738"/>
            <a:ext cx="3492000" cy="4762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68BCE-326C-08FD-2819-D293813891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0617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3" name="Pladsholder til tekst 14">
            <a:extLst>
              <a:ext uri="{FF2B5EF4-FFF2-40B4-BE49-F238E27FC236}">
                <a16:creationId xmlns:a16="http://schemas.microsoft.com/office/drawing/2014/main" id="{F60BB906-5EBB-F5BA-1034-CA27EB69E1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80617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4" name="Pladsholder til tekst 14">
            <a:extLst>
              <a:ext uri="{FF2B5EF4-FFF2-40B4-BE49-F238E27FC236}">
                <a16:creationId xmlns:a16="http://schemas.microsoft.com/office/drawing/2014/main" id="{6325145F-95C1-58AA-F9A3-06F5B467F3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80617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623D5FE0-FEB3-1C4D-FE95-2B6CCE79B4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0617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Pladsholder til tekst 14">
            <a:extLst>
              <a:ext uri="{FF2B5EF4-FFF2-40B4-BE49-F238E27FC236}">
                <a16:creationId xmlns:a16="http://schemas.microsoft.com/office/drawing/2014/main" id="{6EC165D0-48A2-92D8-2AEF-58FCD1BB06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0617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A519E42-C16E-5CBF-EE73-92132B083137}"/>
              </a:ext>
            </a:extLst>
          </p:cNvPr>
          <p:cNvSpPr/>
          <p:nvPr userDrawn="1"/>
        </p:nvSpPr>
        <p:spPr>
          <a:xfrm>
            <a:off x="4355020" y="1582738"/>
            <a:ext cx="3492000" cy="4762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96A2397-6B90-0546-6978-6DA4424D14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48412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4934C753-51B3-35A9-F751-1F97C1904E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8412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EB7FF48B-3DC2-9D3B-D572-482B8BFA82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48412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1" name="Pladsholder til tekst 14">
            <a:extLst>
              <a:ext uri="{FF2B5EF4-FFF2-40B4-BE49-F238E27FC236}">
                <a16:creationId xmlns:a16="http://schemas.microsoft.com/office/drawing/2014/main" id="{1DFD58A1-17F9-1D9F-B509-8566EF8C19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48412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Pladsholder til tekst 14">
            <a:extLst>
              <a:ext uri="{FF2B5EF4-FFF2-40B4-BE49-F238E27FC236}">
                <a16:creationId xmlns:a16="http://schemas.microsoft.com/office/drawing/2014/main" id="{757E8DA9-087B-E5A3-2B00-67B86FB944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8412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</p:spTree>
    <p:extLst>
      <p:ext uri="{BB962C8B-B14F-4D97-AF65-F5344CB8AC3E}">
        <p14:creationId xmlns:p14="http://schemas.microsoft.com/office/powerpoint/2010/main" val="424048041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olonner tal &amp; tekst lyse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8DAD1-4A0B-4C9D-F6D0-8E57BC3E04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9A66164-E612-5F1D-8BB7-0941446804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/>
              <a:t>Projekt / initialer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511B34-5DB6-E723-7C41-70B91D9D5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96091E-5511-8ABC-3077-1E73F1436EAD}"/>
              </a:ext>
            </a:extLst>
          </p:cNvPr>
          <p:cNvSpPr/>
          <p:nvPr userDrawn="1"/>
        </p:nvSpPr>
        <p:spPr>
          <a:xfrm>
            <a:off x="616208" y="1582738"/>
            <a:ext cx="3492000" cy="47625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D9D2593-C21E-A69D-9F19-AB8E95C42A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208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7" name="Pladsholder til tekst 14">
            <a:extLst>
              <a:ext uri="{FF2B5EF4-FFF2-40B4-BE49-F238E27FC236}">
                <a16:creationId xmlns:a16="http://schemas.microsoft.com/office/drawing/2014/main" id="{1E98DB82-CBEE-FA37-EA47-346E45F539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208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8" name="Pladsholder til tekst 14">
            <a:extLst>
              <a:ext uri="{FF2B5EF4-FFF2-40B4-BE49-F238E27FC236}">
                <a16:creationId xmlns:a16="http://schemas.microsoft.com/office/drawing/2014/main" id="{E0780009-0844-A29E-8467-FC2F87F44A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208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9" name="Pladsholder til tekst 14">
            <a:extLst>
              <a:ext uri="{FF2B5EF4-FFF2-40B4-BE49-F238E27FC236}">
                <a16:creationId xmlns:a16="http://schemas.microsoft.com/office/drawing/2014/main" id="{4237D658-86D7-BD4B-6F24-A5A619B536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08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0" name="Pladsholder til tekst 14">
            <a:extLst>
              <a:ext uri="{FF2B5EF4-FFF2-40B4-BE49-F238E27FC236}">
                <a16:creationId xmlns:a16="http://schemas.microsoft.com/office/drawing/2014/main" id="{D3496A66-7047-B8F8-D385-A0EA539B4C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208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1EDE915-F0DB-794D-8664-876D64EF9D2D}"/>
              </a:ext>
            </a:extLst>
          </p:cNvPr>
          <p:cNvSpPr/>
          <p:nvPr userDrawn="1"/>
        </p:nvSpPr>
        <p:spPr>
          <a:xfrm>
            <a:off x="8080617" y="1582738"/>
            <a:ext cx="3492000" cy="47625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68BCE-326C-08FD-2819-D293813891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0617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3" name="Pladsholder til tekst 14">
            <a:extLst>
              <a:ext uri="{FF2B5EF4-FFF2-40B4-BE49-F238E27FC236}">
                <a16:creationId xmlns:a16="http://schemas.microsoft.com/office/drawing/2014/main" id="{F60BB906-5EBB-F5BA-1034-CA27EB69E1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80617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4" name="Pladsholder til tekst 14">
            <a:extLst>
              <a:ext uri="{FF2B5EF4-FFF2-40B4-BE49-F238E27FC236}">
                <a16:creationId xmlns:a16="http://schemas.microsoft.com/office/drawing/2014/main" id="{6325145F-95C1-58AA-F9A3-06F5B467F3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80617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623D5FE0-FEB3-1C4D-FE95-2B6CCE79B4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0617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Pladsholder til tekst 14">
            <a:extLst>
              <a:ext uri="{FF2B5EF4-FFF2-40B4-BE49-F238E27FC236}">
                <a16:creationId xmlns:a16="http://schemas.microsoft.com/office/drawing/2014/main" id="{6EC165D0-48A2-92D8-2AEF-58FCD1BB06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0617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A519E42-C16E-5CBF-EE73-92132B083137}"/>
              </a:ext>
            </a:extLst>
          </p:cNvPr>
          <p:cNvSpPr/>
          <p:nvPr userDrawn="1"/>
        </p:nvSpPr>
        <p:spPr>
          <a:xfrm>
            <a:off x="4348412" y="1582738"/>
            <a:ext cx="3492000" cy="47625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96A2397-6B90-0546-6978-6DA4424D14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48412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4934C753-51B3-35A9-F751-1F97C1904E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8412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EB7FF48B-3DC2-9D3B-D572-482B8BFA82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48412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1" name="Pladsholder til tekst 14">
            <a:extLst>
              <a:ext uri="{FF2B5EF4-FFF2-40B4-BE49-F238E27FC236}">
                <a16:creationId xmlns:a16="http://schemas.microsoft.com/office/drawing/2014/main" id="{1DFD58A1-17F9-1D9F-B509-8566EF8C19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48412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Pladsholder til tekst 14">
            <a:extLst>
              <a:ext uri="{FF2B5EF4-FFF2-40B4-BE49-F238E27FC236}">
                <a16:creationId xmlns:a16="http://schemas.microsoft.com/office/drawing/2014/main" id="{757E8DA9-087B-E5A3-2B00-67B86FB944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8412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3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</p:spTree>
    <p:extLst>
      <p:ext uri="{BB962C8B-B14F-4D97-AF65-F5344CB8AC3E}">
        <p14:creationId xmlns:p14="http://schemas.microsoft.com/office/powerpoint/2010/main" val="270722072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olonner tal &amp; tekst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8DAD1-4A0B-4C9D-F6D0-8E57BC3E04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9A66164-E612-5F1D-8BB7-0941446804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/>
              <a:t>Projekt / initialer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511B34-5DB6-E723-7C41-70B91D9D5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96091E-5511-8ABC-3077-1E73F1436EAD}"/>
              </a:ext>
            </a:extLst>
          </p:cNvPr>
          <p:cNvSpPr/>
          <p:nvPr userDrawn="1"/>
        </p:nvSpPr>
        <p:spPr>
          <a:xfrm>
            <a:off x="622816" y="1582738"/>
            <a:ext cx="3492000" cy="4762500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D9D2593-C21E-A69D-9F19-AB8E95C42A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208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7" name="Pladsholder til tekst 14">
            <a:extLst>
              <a:ext uri="{FF2B5EF4-FFF2-40B4-BE49-F238E27FC236}">
                <a16:creationId xmlns:a16="http://schemas.microsoft.com/office/drawing/2014/main" id="{1E98DB82-CBEE-FA37-EA47-346E45F539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208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8" name="Pladsholder til tekst 14">
            <a:extLst>
              <a:ext uri="{FF2B5EF4-FFF2-40B4-BE49-F238E27FC236}">
                <a16:creationId xmlns:a16="http://schemas.microsoft.com/office/drawing/2014/main" id="{E0780009-0844-A29E-8467-FC2F87F44A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208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9" name="Pladsholder til tekst 14">
            <a:extLst>
              <a:ext uri="{FF2B5EF4-FFF2-40B4-BE49-F238E27FC236}">
                <a16:creationId xmlns:a16="http://schemas.microsoft.com/office/drawing/2014/main" id="{4237D658-86D7-BD4B-6F24-A5A619B536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08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0" name="Pladsholder til tekst 14">
            <a:extLst>
              <a:ext uri="{FF2B5EF4-FFF2-40B4-BE49-F238E27FC236}">
                <a16:creationId xmlns:a16="http://schemas.microsoft.com/office/drawing/2014/main" id="{D3496A66-7047-B8F8-D385-A0EA539B4C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208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1EDE915-F0DB-794D-8664-876D64EF9D2D}"/>
              </a:ext>
            </a:extLst>
          </p:cNvPr>
          <p:cNvSpPr/>
          <p:nvPr userDrawn="1"/>
        </p:nvSpPr>
        <p:spPr>
          <a:xfrm>
            <a:off x="8087225" y="1582738"/>
            <a:ext cx="3492000" cy="4762500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68BCE-326C-08FD-2819-D293813891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0617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3" name="Pladsholder til tekst 14">
            <a:extLst>
              <a:ext uri="{FF2B5EF4-FFF2-40B4-BE49-F238E27FC236}">
                <a16:creationId xmlns:a16="http://schemas.microsoft.com/office/drawing/2014/main" id="{F60BB906-5EBB-F5BA-1034-CA27EB69E1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80617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4" name="Pladsholder til tekst 14">
            <a:extLst>
              <a:ext uri="{FF2B5EF4-FFF2-40B4-BE49-F238E27FC236}">
                <a16:creationId xmlns:a16="http://schemas.microsoft.com/office/drawing/2014/main" id="{6325145F-95C1-58AA-F9A3-06F5B467F3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80617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623D5FE0-FEB3-1C4D-FE95-2B6CCE79B4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0617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Pladsholder til tekst 14">
            <a:extLst>
              <a:ext uri="{FF2B5EF4-FFF2-40B4-BE49-F238E27FC236}">
                <a16:creationId xmlns:a16="http://schemas.microsoft.com/office/drawing/2014/main" id="{6EC165D0-48A2-92D8-2AEF-58FCD1BB06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0617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A519E42-C16E-5CBF-EE73-92132B083137}"/>
              </a:ext>
            </a:extLst>
          </p:cNvPr>
          <p:cNvSpPr/>
          <p:nvPr userDrawn="1"/>
        </p:nvSpPr>
        <p:spPr>
          <a:xfrm>
            <a:off x="4355020" y="1582738"/>
            <a:ext cx="3492000" cy="4762500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tIns="35991" rIns="71981" bIns="35991" rtlCol="0" anchor="ctr"/>
          <a:lstStyle/>
          <a:p>
            <a:pPr algn="ctr"/>
            <a:endParaRPr lang="da-DK" sz="1904" noProof="0" err="1">
              <a:solidFill>
                <a:schemeClr val="accent2"/>
              </a:solidFill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96A2397-6B90-0546-6978-6DA4424D14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48412" y="1599657"/>
            <a:ext cx="3492000" cy="634542"/>
          </a:xfrm>
        </p:spPr>
        <p:txBody>
          <a:bodyPr/>
          <a:lstStyle>
            <a:lvl1pPr marL="0" indent="0" algn="ctr" defTabSz="914126" rtl="0" eaLnBrk="1" latinLnBrk="0" hangingPunct="1">
              <a:lnSpc>
                <a:spcPts val="3999"/>
              </a:lnSpc>
              <a:buNone/>
              <a:defRPr lang="en-US" sz="1600" b="1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Klik for at tilføje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4934C753-51B3-35A9-F751-1F97C1904E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8412" y="2800689"/>
            <a:ext cx="3492000" cy="628311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EB7FF48B-3DC2-9D3B-D572-482B8BFA82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48412" y="345091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1" name="Pladsholder til tekst 14">
            <a:extLst>
              <a:ext uri="{FF2B5EF4-FFF2-40B4-BE49-F238E27FC236}">
                <a16:creationId xmlns:a16="http://schemas.microsoft.com/office/drawing/2014/main" id="{1DFD58A1-17F9-1D9F-B509-8566EF8C19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48412" y="4645746"/>
            <a:ext cx="3492000" cy="657774"/>
          </a:xfr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Pladsholder til tekst 14">
            <a:extLst>
              <a:ext uri="{FF2B5EF4-FFF2-40B4-BE49-F238E27FC236}">
                <a16:creationId xmlns:a16="http://schemas.microsoft.com/office/drawing/2014/main" id="{757E8DA9-087B-E5A3-2B00-67B86FB944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8412" y="5322364"/>
            <a:ext cx="3492000" cy="344062"/>
          </a:xfrm>
        </p:spPr>
        <p:txBody>
          <a:bodyPr anchor="t" anchorCtr="0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</p:spTree>
    <p:extLst>
      <p:ext uri="{BB962C8B-B14F-4D97-AF65-F5344CB8AC3E}">
        <p14:creationId xmlns:p14="http://schemas.microsoft.com/office/powerpoint/2010/main" val="108289960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/billede og tekst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4" name="Pladsholder til sidefod 4">
            <a:extLst>
              <a:ext uri="{FF2B5EF4-FFF2-40B4-BE49-F238E27FC236}">
                <a16:creationId xmlns:a16="http://schemas.microsoft.com/office/drawing/2014/main" id="{29C8414E-E79E-E479-BC7F-4DE63EAB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9E976F-8FD6-E83D-EB94-D8DB3B80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Farvet figur">
            <a:extLst>
              <a:ext uri="{FF2B5EF4-FFF2-40B4-BE49-F238E27FC236}">
                <a16:creationId xmlns:a16="http://schemas.microsoft.com/office/drawing/2014/main" id="{D494D95A-3F4C-DADD-EB11-BB36EDCDF24B}"/>
              </a:ext>
            </a:extLst>
          </p:cNvPr>
          <p:cNvSpPr>
            <a:spLocks/>
          </p:cNvSpPr>
          <p:nvPr userDrawn="1"/>
        </p:nvSpPr>
        <p:spPr>
          <a:xfrm>
            <a:off x="6094412" y="1582738"/>
            <a:ext cx="5484813" cy="476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/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C00CB121-29B9-3891-BBBA-F7D36F176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0800" y="2153707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Pladsholder til tekst 14">
            <a:extLst>
              <a:ext uri="{FF2B5EF4-FFF2-40B4-BE49-F238E27FC236}">
                <a16:creationId xmlns:a16="http://schemas.microsoft.com/office/drawing/2014/main" id="{FE1BF63A-874A-9BFB-2376-8FD5465510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4588" y="3085149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67F72A56-5C72-5289-6659-F0EA849B89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998764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4E00A641-CD4F-1C92-C56A-277BA3BC75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4588" y="4930206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A6A8A9F1-08DC-68D4-4FD3-8C05E177E14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775" y="1582738"/>
            <a:ext cx="5175250" cy="4762500"/>
          </a:xfrm>
        </p:spPr>
        <p:txBody>
          <a:bodyPr tIns="2160000" anchor="ctr" anchorCtr="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da-DK"/>
              <a:t>Klik på rammen og indsæt</a:t>
            </a:r>
            <a:br>
              <a:rPr lang="da-DK"/>
            </a:br>
            <a:r>
              <a:rPr lang="da-DK"/>
              <a:t>billede via Templafy-menuen</a:t>
            </a:r>
            <a:br>
              <a:rPr lang="da-DK"/>
            </a:br>
            <a:r>
              <a:rPr lang="da-DK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1317967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/billede og tekst lyse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4" name="Pladsholder til sidefod 4">
            <a:extLst>
              <a:ext uri="{FF2B5EF4-FFF2-40B4-BE49-F238E27FC236}">
                <a16:creationId xmlns:a16="http://schemas.microsoft.com/office/drawing/2014/main" id="{29C8414E-E79E-E479-BC7F-4DE63EAB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9E976F-8FD6-E83D-EB94-D8DB3B80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Farvet figur">
            <a:extLst>
              <a:ext uri="{FF2B5EF4-FFF2-40B4-BE49-F238E27FC236}">
                <a16:creationId xmlns:a16="http://schemas.microsoft.com/office/drawing/2014/main" id="{D494D95A-3F4C-DADD-EB11-BB36EDCDF24B}"/>
              </a:ext>
            </a:extLst>
          </p:cNvPr>
          <p:cNvSpPr>
            <a:spLocks/>
          </p:cNvSpPr>
          <p:nvPr userDrawn="1"/>
        </p:nvSpPr>
        <p:spPr>
          <a:xfrm>
            <a:off x="6094412" y="1582738"/>
            <a:ext cx="5484813" cy="4762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tx1"/>
              </a:solidFill>
            </a:endParaRP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C00CB121-29B9-3891-BBBA-F7D36F176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588" y="2153707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Pladsholder til tekst 14">
            <a:extLst>
              <a:ext uri="{FF2B5EF4-FFF2-40B4-BE49-F238E27FC236}">
                <a16:creationId xmlns:a16="http://schemas.microsoft.com/office/drawing/2014/main" id="{FE1BF63A-874A-9BFB-2376-8FD5465510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4588" y="3085149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67F72A56-5C72-5289-6659-F0EA849B89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4588" y="3998764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4E00A641-CD4F-1C92-C56A-277BA3BC75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4588" y="4930206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" name="Pladsholder til indhold 4">
            <a:extLst>
              <a:ext uri="{FF2B5EF4-FFF2-40B4-BE49-F238E27FC236}">
                <a16:creationId xmlns:a16="http://schemas.microsoft.com/office/drawing/2014/main" id="{1C109D2D-F217-DA5E-C739-6EC66C41E07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775" y="1582738"/>
            <a:ext cx="5175250" cy="4762500"/>
          </a:xfrm>
        </p:spPr>
        <p:txBody>
          <a:bodyPr tIns="2160000" anchor="ctr" anchorCtr="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da-DK"/>
              <a:t>Klik på rammen og indsæt</a:t>
            </a:r>
            <a:br>
              <a:rPr lang="da-DK"/>
            </a:br>
            <a:r>
              <a:rPr lang="da-DK"/>
              <a:t>billede via Templafy-menuen</a:t>
            </a:r>
            <a:br>
              <a:rPr lang="da-DK"/>
            </a:br>
            <a:r>
              <a:rPr lang="da-DK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24288575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/billede og tekst rø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4" name="Pladsholder til sidefod 4">
            <a:extLst>
              <a:ext uri="{FF2B5EF4-FFF2-40B4-BE49-F238E27FC236}">
                <a16:creationId xmlns:a16="http://schemas.microsoft.com/office/drawing/2014/main" id="{29C8414E-E79E-E479-BC7F-4DE63EAB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9E976F-8FD6-E83D-EB94-D8DB3B80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Farvet figur">
            <a:extLst>
              <a:ext uri="{FF2B5EF4-FFF2-40B4-BE49-F238E27FC236}">
                <a16:creationId xmlns:a16="http://schemas.microsoft.com/office/drawing/2014/main" id="{D494D95A-3F4C-DADD-EB11-BB36EDCDF24B}"/>
              </a:ext>
            </a:extLst>
          </p:cNvPr>
          <p:cNvSpPr>
            <a:spLocks/>
          </p:cNvSpPr>
          <p:nvPr userDrawn="1"/>
        </p:nvSpPr>
        <p:spPr>
          <a:xfrm>
            <a:off x="6094412" y="1582738"/>
            <a:ext cx="5484813" cy="4762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/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C00CB121-29B9-3891-BBBA-F7D36F176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8710" y="2153707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Pladsholder til tekst 14">
            <a:extLst>
              <a:ext uri="{FF2B5EF4-FFF2-40B4-BE49-F238E27FC236}">
                <a16:creationId xmlns:a16="http://schemas.microsoft.com/office/drawing/2014/main" id="{FE1BF63A-874A-9BFB-2376-8FD5465510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8710" y="3085149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9" name="Pladsholder til tekst 14">
            <a:extLst>
              <a:ext uri="{FF2B5EF4-FFF2-40B4-BE49-F238E27FC236}">
                <a16:creationId xmlns:a16="http://schemas.microsoft.com/office/drawing/2014/main" id="{67F72A56-5C72-5289-6659-F0EA849B89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8710" y="3998764"/>
            <a:ext cx="4909478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0" name="Pladsholder til tekst 14">
            <a:extLst>
              <a:ext uri="{FF2B5EF4-FFF2-40B4-BE49-F238E27FC236}">
                <a16:creationId xmlns:a16="http://schemas.microsoft.com/office/drawing/2014/main" id="{4E00A641-CD4F-1C92-C56A-277BA3BC75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8710" y="4930206"/>
            <a:ext cx="4909478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" name="Pladsholder til indhold 4">
            <a:extLst>
              <a:ext uri="{FF2B5EF4-FFF2-40B4-BE49-F238E27FC236}">
                <a16:creationId xmlns:a16="http://schemas.microsoft.com/office/drawing/2014/main" id="{2BAEF42A-F874-F2DD-60AF-80F93A5683E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775" y="1582738"/>
            <a:ext cx="5175250" cy="4762500"/>
          </a:xfrm>
        </p:spPr>
        <p:txBody>
          <a:bodyPr tIns="2160000" anchor="ctr" anchorCtr="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da-DK"/>
              <a:t>Klik på rammen og indsæt</a:t>
            </a:r>
            <a:br>
              <a:rPr lang="da-DK"/>
            </a:br>
            <a:r>
              <a:rPr lang="da-DK"/>
              <a:t>billede via Templafy-menuen</a:t>
            </a:r>
            <a:br>
              <a:rPr lang="da-DK"/>
            </a:br>
            <a:r>
              <a:rPr lang="da-DK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949289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d farve og stor tekst gr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C00CB121-29B9-3891-BBBA-F7D36F176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852941"/>
            <a:ext cx="10966001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Pladsholder til tekst 14">
            <a:extLst>
              <a:ext uri="{FF2B5EF4-FFF2-40B4-BE49-F238E27FC236}">
                <a16:creationId xmlns:a16="http://schemas.microsoft.com/office/drawing/2014/main" id="{FE1BF63A-874A-9BFB-2376-8FD5465510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784383"/>
            <a:ext cx="10966001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" name="Pladsholder til tekst 14">
            <a:extLst>
              <a:ext uri="{FF2B5EF4-FFF2-40B4-BE49-F238E27FC236}">
                <a16:creationId xmlns:a16="http://schemas.microsoft.com/office/drawing/2014/main" id="{359B9E91-C3CD-8F4C-66E6-BEB4D03148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727607"/>
            <a:ext cx="10966001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5" name="Pladsholder til tekst 14">
            <a:extLst>
              <a:ext uri="{FF2B5EF4-FFF2-40B4-BE49-F238E27FC236}">
                <a16:creationId xmlns:a16="http://schemas.microsoft.com/office/drawing/2014/main" id="{A7FD5980-4907-E345-D617-59797D4035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659049"/>
            <a:ext cx="10966001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4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7" name="Pladsholder til tekst 14">
            <a:extLst>
              <a:ext uri="{FF2B5EF4-FFF2-40B4-BE49-F238E27FC236}">
                <a16:creationId xmlns:a16="http://schemas.microsoft.com/office/drawing/2014/main" id="{480A94AB-677A-A186-FD06-0291ACFAB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224" y="6185081"/>
            <a:ext cx="10966001" cy="186653"/>
          </a:xfrm>
        </p:spPr>
        <p:txBody>
          <a:bodyPr anchor="b"/>
          <a:lstStyle>
            <a:lvl1pPr marL="0" indent="0" algn="l">
              <a:buNone/>
              <a:defRPr sz="1200" b="0">
                <a:solidFill>
                  <a:schemeClr val="accent1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evt. fodnoter</a:t>
            </a:r>
          </a:p>
        </p:txBody>
      </p:sp>
    </p:spTree>
    <p:extLst>
      <p:ext uri="{BB962C8B-B14F-4D97-AF65-F5344CB8AC3E}">
        <p14:creationId xmlns:p14="http://schemas.microsoft.com/office/powerpoint/2010/main" val="3311944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d farve og stor tekst mørkerø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C00CB121-29B9-3891-BBBA-F7D36F176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852941"/>
            <a:ext cx="10966001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Pladsholder til tekst 14">
            <a:extLst>
              <a:ext uri="{FF2B5EF4-FFF2-40B4-BE49-F238E27FC236}">
                <a16:creationId xmlns:a16="http://schemas.microsoft.com/office/drawing/2014/main" id="{FE1BF63A-874A-9BFB-2376-8FD5465510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784383"/>
            <a:ext cx="10966001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" name="Pladsholder til tekst 14">
            <a:extLst>
              <a:ext uri="{FF2B5EF4-FFF2-40B4-BE49-F238E27FC236}">
                <a16:creationId xmlns:a16="http://schemas.microsoft.com/office/drawing/2014/main" id="{359B9E91-C3CD-8F4C-66E6-BEB4D03148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727607"/>
            <a:ext cx="10966001" cy="922816"/>
          </a:xfr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5" name="Pladsholder til tekst 14">
            <a:extLst>
              <a:ext uri="{FF2B5EF4-FFF2-40B4-BE49-F238E27FC236}">
                <a16:creationId xmlns:a16="http://schemas.microsoft.com/office/drawing/2014/main" id="{A7FD5980-4907-E345-D617-59797D4035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659049"/>
            <a:ext cx="10966001" cy="344062"/>
          </a:xfr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7" name="Pladsholder til tekst 14">
            <a:extLst>
              <a:ext uri="{FF2B5EF4-FFF2-40B4-BE49-F238E27FC236}">
                <a16:creationId xmlns:a16="http://schemas.microsoft.com/office/drawing/2014/main" id="{480A94AB-677A-A186-FD06-0291ACFAB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224" y="6185081"/>
            <a:ext cx="10966001" cy="186653"/>
          </a:xfrm>
        </p:spPr>
        <p:txBody>
          <a:bodyPr anchor="b"/>
          <a:lstStyle>
            <a:lvl1pPr marL="0" indent="0" algn="l">
              <a:buNone/>
              <a:defRPr sz="1200" b="0">
                <a:solidFill>
                  <a:schemeClr val="accent2"/>
                </a:solidFill>
              </a:defRPr>
            </a:lvl1pPr>
            <a:lvl2pPr marL="228524" indent="0">
              <a:buNone/>
              <a:defRPr sz="4800" b="1">
                <a:solidFill>
                  <a:schemeClr val="accent2"/>
                </a:solidFill>
              </a:defRPr>
            </a:lvl2pPr>
            <a:lvl3pPr marL="457200" indent="0">
              <a:buNone/>
              <a:defRPr sz="4800" b="1">
                <a:solidFill>
                  <a:schemeClr val="accent2"/>
                </a:solidFill>
              </a:defRPr>
            </a:lvl3pPr>
            <a:lvl4pPr marL="709200" indent="0">
              <a:buNone/>
              <a:defRPr sz="4800" b="1">
                <a:solidFill>
                  <a:schemeClr val="accent2"/>
                </a:solidFill>
              </a:defRPr>
            </a:lvl4pPr>
            <a:lvl5pPr marL="0" indent="0"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a-DK" dirty="0"/>
              <a:t>Indsæt evt. fodnoter</a:t>
            </a:r>
          </a:p>
        </p:txBody>
      </p:sp>
    </p:spTree>
    <p:extLst>
      <p:ext uri="{BB962C8B-B14F-4D97-AF65-F5344CB8AC3E}">
        <p14:creationId xmlns:p14="http://schemas.microsoft.com/office/powerpoint/2010/main" val="18057832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løs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dsholder til tekst 8">
            <a:extLst>
              <a:ext uri="{FF2B5EF4-FFF2-40B4-BE49-F238E27FC236}">
                <a16:creationId xmlns:a16="http://schemas.microsoft.com/office/drawing/2014/main" id="{9A582B04-0937-5D43-A324-5278CE5025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76757" y="1945973"/>
            <a:ext cx="3002468" cy="1119794"/>
          </a:xfrm>
          <a:solidFill>
            <a:schemeClr val="accent2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E75961AD-6112-E36A-6DE3-9A4CCD7377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42194" y="1945956"/>
            <a:ext cx="3002468" cy="1118325"/>
          </a:xfrm>
          <a:solidFill>
            <a:schemeClr val="accent2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158D1B87-7081-FFEA-0822-0EB42162EF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18942" y="1945958"/>
            <a:ext cx="3002468" cy="1119802"/>
          </a:xfrm>
          <a:solidFill>
            <a:schemeClr val="accent2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7284305-9789-3EC7-9F76-5E687DF645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 dirty="0"/>
              <a:t>Project / initials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C7550A-B05D-7188-5EB1-B654E091A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7" name="Pladsholder til tekst 8">
            <a:extLst>
              <a:ext uri="{FF2B5EF4-FFF2-40B4-BE49-F238E27FC236}">
                <a16:creationId xmlns:a16="http://schemas.microsoft.com/office/drawing/2014/main" id="{409B0585-E9A9-7C5C-329A-247A272A63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72703" y="3294385"/>
            <a:ext cx="3002468" cy="1539953"/>
          </a:xfrm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8" name="Pladsholder til tekst 8">
            <a:extLst>
              <a:ext uri="{FF2B5EF4-FFF2-40B4-BE49-F238E27FC236}">
                <a16:creationId xmlns:a16="http://schemas.microsoft.com/office/drawing/2014/main" id="{A97506E4-088E-CECF-3130-2E85DADA5C9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38140" y="3294264"/>
            <a:ext cx="3002468" cy="1537932"/>
          </a:xfrm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1" name="Pladsholder til tekst 8">
            <a:extLst>
              <a:ext uri="{FF2B5EF4-FFF2-40B4-BE49-F238E27FC236}">
                <a16:creationId xmlns:a16="http://schemas.microsoft.com/office/drawing/2014/main" id="{238F8AFF-1BF3-421F-2A47-29EE388312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14888" y="3294370"/>
            <a:ext cx="3002468" cy="1539964"/>
          </a:xfrm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22" name="Pladsholder til tekst 8">
            <a:extLst>
              <a:ext uri="{FF2B5EF4-FFF2-40B4-BE49-F238E27FC236}">
                <a16:creationId xmlns:a16="http://schemas.microsoft.com/office/drawing/2014/main" id="{3847D259-158D-2F2D-1F8A-F91B97EA87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76757" y="5062957"/>
            <a:ext cx="3002468" cy="960780"/>
          </a:xfrm>
          <a:solidFill>
            <a:schemeClr val="accent6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23" name="Pladsholder til tekst 8">
            <a:extLst>
              <a:ext uri="{FF2B5EF4-FFF2-40B4-BE49-F238E27FC236}">
                <a16:creationId xmlns:a16="http://schemas.microsoft.com/office/drawing/2014/main" id="{ECCFE565-DA8E-81D3-971F-ED96571474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42194" y="5062180"/>
            <a:ext cx="3002468" cy="959519"/>
          </a:xfrm>
          <a:solidFill>
            <a:schemeClr val="accent6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24" name="Pladsholder til tekst 8">
            <a:extLst>
              <a:ext uri="{FF2B5EF4-FFF2-40B4-BE49-F238E27FC236}">
                <a16:creationId xmlns:a16="http://schemas.microsoft.com/office/drawing/2014/main" id="{9768BE3E-AC4C-E97D-5DEE-11DF4FE560D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18942" y="5062945"/>
            <a:ext cx="3002468" cy="960787"/>
          </a:xfrm>
          <a:solidFill>
            <a:schemeClr val="accent6"/>
          </a:solidFill>
        </p:spPr>
        <p:txBody>
          <a:bodyPr lIns="72000" tIns="72000" rIns="72000" bIns="72000" anchor="ctr" anchorCtr="0">
            <a:normAutofit/>
          </a:bodyPr>
          <a:lstStyle>
            <a:lvl1pPr marL="0" indent="0">
              <a:buNone/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 marL="720000" indent="0">
              <a:spcBef>
                <a:spcPts val="600"/>
              </a:spcBef>
              <a:buNone/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3321CA1F-D67E-AE94-4A5C-50936ABEF52A}"/>
              </a:ext>
            </a:extLst>
          </p:cNvPr>
          <p:cNvSpPr txBox="1"/>
          <p:nvPr userDrawn="1"/>
        </p:nvSpPr>
        <p:spPr>
          <a:xfrm>
            <a:off x="5342194" y="1582738"/>
            <a:ext cx="3002468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Phase 2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C8640B7F-9314-6842-0880-6A4DB2FA1C3F}"/>
              </a:ext>
            </a:extLst>
          </p:cNvPr>
          <p:cNvSpPr txBox="1"/>
          <p:nvPr userDrawn="1"/>
        </p:nvSpPr>
        <p:spPr>
          <a:xfrm>
            <a:off x="8565446" y="1582738"/>
            <a:ext cx="3002468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Phase 3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F361AC82-48B6-1A2B-1B07-899A0927DFF0}"/>
              </a:ext>
            </a:extLst>
          </p:cNvPr>
          <p:cNvSpPr txBox="1"/>
          <p:nvPr userDrawn="1"/>
        </p:nvSpPr>
        <p:spPr>
          <a:xfrm>
            <a:off x="617708" y="2366618"/>
            <a:ext cx="1501234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Phase</a:t>
            </a:r>
            <a:r>
              <a:rPr lang="da-DK" sz="1800" b="1" spc="-100" baseline="0" dirty="0">
                <a:solidFill>
                  <a:schemeClr val="bg2"/>
                </a:solidFill>
              </a:rPr>
              <a:t> &amp; </a:t>
            </a:r>
            <a:r>
              <a:rPr lang="da-DK" sz="1800" b="1" dirty="0">
                <a:solidFill>
                  <a:schemeClr val="bg2"/>
                </a:solidFill>
              </a:rPr>
              <a:t>time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B8DF7364-2CCC-656F-CDB0-ED9394FE4CF2}"/>
              </a:ext>
            </a:extLst>
          </p:cNvPr>
          <p:cNvSpPr txBox="1"/>
          <p:nvPr userDrawn="1"/>
        </p:nvSpPr>
        <p:spPr>
          <a:xfrm>
            <a:off x="617708" y="3924180"/>
            <a:ext cx="1501234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13633B9-7404-D8A7-A226-9426A27A10A0}"/>
              </a:ext>
            </a:extLst>
          </p:cNvPr>
          <p:cNvSpPr txBox="1"/>
          <p:nvPr userDrawn="1"/>
        </p:nvSpPr>
        <p:spPr>
          <a:xfrm>
            <a:off x="617708" y="5418495"/>
            <a:ext cx="1501234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Output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8029C836-014A-7831-F042-EF260F4909A6}"/>
              </a:ext>
            </a:extLst>
          </p:cNvPr>
          <p:cNvSpPr txBox="1"/>
          <p:nvPr userDrawn="1"/>
        </p:nvSpPr>
        <p:spPr>
          <a:xfrm>
            <a:off x="2114888" y="1582738"/>
            <a:ext cx="3002468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bg2"/>
                </a:solidFill>
              </a:rPr>
              <a:t>Phase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85BE0-6987-5FEA-A3FC-E583FB4E8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223" y="306000"/>
            <a:ext cx="10966001" cy="93737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128376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gaveløs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7284305-9789-3EC7-9F76-5E687DF645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 dirty="0"/>
              <a:t>Project / initials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C7550A-B05D-7188-5EB1-B654E091A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85BE0-6987-5FEA-A3FC-E583FB4E8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223" y="306000"/>
            <a:ext cx="10966001" cy="93737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cap="none" dirty="0"/>
              <a:t>How to get started with a collaboration</a:t>
            </a:r>
            <a:endParaRPr lang="da-DK" dirty="0"/>
          </a:p>
        </p:txBody>
      </p:sp>
      <p:pic>
        <p:nvPicPr>
          <p:cNvPr id="36" name="Picture 11">
            <a:extLst>
              <a:ext uri="{FF2B5EF4-FFF2-40B4-BE49-F238E27FC236}">
                <a16:creationId xmlns:a16="http://schemas.microsoft.com/office/drawing/2014/main" id="{0AEB8FC8-A0AB-8776-0BD4-3976FD1E3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rgbClr val="C00000">
                <a:shade val="45000"/>
                <a:satMod val="135000"/>
              </a:srgbClr>
              <a:prstClr val="white"/>
            </a:duotone>
          </a:blip>
          <a:srcRect l="4229" r="4229"/>
          <a:stretch/>
        </p:blipFill>
        <p:spPr>
          <a:xfrm>
            <a:off x="626359" y="1588878"/>
            <a:ext cx="1939925" cy="1840117"/>
          </a:xfrm>
          <a:prstGeom prst="rect">
            <a:avLst/>
          </a:prstGeom>
          <a:solidFill>
            <a:srgbClr val="F3EEF0"/>
          </a:solidFill>
        </p:spPr>
      </p:pic>
      <p:pic>
        <p:nvPicPr>
          <p:cNvPr id="41" name="Picture 12">
            <a:extLst>
              <a:ext uri="{FF2B5EF4-FFF2-40B4-BE49-F238E27FC236}">
                <a16:creationId xmlns:a16="http://schemas.microsoft.com/office/drawing/2014/main" id="{160600ED-46A7-BFD1-BD7D-ECFA201640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rgbClr val="C00000">
                <a:shade val="45000"/>
                <a:satMod val="135000"/>
              </a:srgbClr>
              <a:prstClr val="white"/>
            </a:duotone>
          </a:blip>
          <a:srcRect l="4229" r="4229"/>
          <a:stretch/>
        </p:blipFill>
        <p:spPr>
          <a:xfrm>
            <a:off x="2896304" y="1588878"/>
            <a:ext cx="1939925" cy="1840117"/>
          </a:xfrm>
          <a:prstGeom prst="rect">
            <a:avLst/>
          </a:prstGeom>
          <a:solidFill>
            <a:srgbClr val="F3EEF0"/>
          </a:solidFill>
        </p:spPr>
      </p:pic>
      <p:pic>
        <p:nvPicPr>
          <p:cNvPr id="42" name="Picture 13">
            <a:extLst>
              <a:ext uri="{FF2B5EF4-FFF2-40B4-BE49-F238E27FC236}">
                <a16:creationId xmlns:a16="http://schemas.microsoft.com/office/drawing/2014/main" id="{1BC1C5DA-B9C8-D1C7-2E38-51AD2C28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rgbClr val="C00000">
                <a:shade val="45000"/>
                <a:satMod val="135000"/>
              </a:srgbClr>
              <a:prstClr val="white"/>
            </a:duotone>
          </a:blip>
          <a:srcRect l="4229" r="4229"/>
          <a:stretch/>
        </p:blipFill>
        <p:spPr>
          <a:xfrm>
            <a:off x="5135538" y="1588878"/>
            <a:ext cx="1939925" cy="1840117"/>
          </a:xfrm>
          <a:prstGeom prst="rect">
            <a:avLst/>
          </a:prstGeom>
          <a:solidFill>
            <a:srgbClr val="F3EEF0"/>
          </a:solidFill>
        </p:spPr>
      </p:pic>
      <p:pic>
        <p:nvPicPr>
          <p:cNvPr id="43" name="Picture 14">
            <a:extLst>
              <a:ext uri="{FF2B5EF4-FFF2-40B4-BE49-F238E27FC236}">
                <a16:creationId xmlns:a16="http://schemas.microsoft.com/office/drawing/2014/main" id="{8A07BC5D-A4B4-F481-C52F-8D403B3D50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duotone>
              <a:srgbClr val="C00000">
                <a:shade val="45000"/>
                <a:satMod val="135000"/>
              </a:srgbClr>
              <a:prstClr val="white"/>
            </a:duotone>
          </a:blip>
          <a:srcRect l="4229" r="4229"/>
          <a:stretch/>
        </p:blipFill>
        <p:spPr>
          <a:xfrm>
            <a:off x="7377555" y="1588878"/>
            <a:ext cx="1939925" cy="1840117"/>
          </a:xfrm>
          <a:prstGeom prst="rect">
            <a:avLst/>
          </a:prstGeom>
          <a:solidFill>
            <a:srgbClr val="F3EEF0"/>
          </a:solidFill>
        </p:spPr>
      </p:pic>
      <p:pic>
        <p:nvPicPr>
          <p:cNvPr id="44" name="Picture 15">
            <a:extLst>
              <a:ext uri="{FF2B5EF4-FFF2-40B4-BE49-F238E27FC236}">
                <a16:creationId xmlns:a16="http://schemas.microsoft.com/office/drawing/2014/main" id="{311D84E5-10EF-F001-6956-324891D994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duotone>
              <a:srgbClr val="C00000">
                <a:shade val="45000"/>
                <a:satMod val="135000"/>
              </a:srgbClr>
              <a:prstClr val="white"/>
            </a:duotone>
          </a:blip>
          <a:srcRect l="4229" r="4229"/>
          <a:stretch/>
        </p:blipFill>
        <p:spPr>
          <a:xfrm>
            <a:off x="9632559" y="1588878"/>
            <a:ext cx="1939925" cy="1840117"/>
          </a:xfrm>
          <a:prstGeom prst="rect">
            <a:avLst/>
          </a:prstGeom>
          <a:solidFill>
            <a:srgbClr val="F3EEF0"/>
          </a:solidFill>
        </p:spPr>
      </p:pic>
      <p:sp>
        <p:nvSpPr>
          <p:cNvPr id="50" name="Pladsholder til tekst 73">
            <a:extLst>
              <a:ext uri="{FF2B5EF4-FFF2-40B4-BE49-F238E27FC236}">
                <a16:creationId xmlns:a16="http://schemas.microsoft.com/office/drawing/2014/main" id="{73E4676E-26D9-A64B-B642-D19C166A9BB8}"/>
              </a:ext>
            </a:extLst>
          </p:cNvPr>
          <p:cNvSpPr txBox="1">
            <a:spLocks/>
          </p:cNvSpPr>
          <p:nvPr userDrawn="1"/>
        </p:nvSpPr>
        <p:spPr>
          <a:xfrm>
            <a:off x="613223" y="3561450"/>
            <a:ext cx="1939925" cy="58578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91413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0" kern="1200" cap="none" baseline="0">
                <a:solidFill>
                  <a:schemeClr val="bg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60000" indent="-18000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4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2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90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622300" indent="-15875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6pPr>
            <a:lvl7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7pPr>
            <a:lvl8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8pPr>
            <a:lvl9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9pPr>
          </a:lstStyle>
          <a:p>
            <a:pPr marL="0" marR="0" lvl="0" indent="0" algn="ctr" defTabSz="914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C1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Contact &amp; introduction</a:t>
            </a:r>
          </a:p>
        </p:txBody>
      </p:sp>
      <p:sp>
        <p:nvSpPr>
          <p:cNvPr id="51" name="Pladsholder til tekst 74">
            <a:extLst>
              <a:ext uri="{FF2B5EF4-FFF2-40B4-BE49-F238E27FC236}">
                <a16:creationId xmlns:a16="http://schemas.microsoft.com/office/drawing/2014/main" id="{79105C2B-43D4-048B-F62F-BED3365C27E8}"/>
              </a:ext>
            </a:extLst>
          </p:cNvPr>
          <p:cNvSpPr txBox="1">
            <a:spLocks/>
          </p:cNvSpPr>
          <p:nvPr userDrawn="1"/>
        </p:nvSpPr>
        <p:spPr>
          <a:xfrm>
            <a:off x="2900005" y="3561450"/>
            <a:ext cx="1939925" cy="58578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91413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0" kern="1200" cap="none" baseline="0">
                <a:solidFill>
                  <a:schemeClr val="bg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60000" indent="-18000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4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2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90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622300" indent="-15875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6pPr>
            <a:lvl7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7pPr>
            <a:lvl8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8pPr>
            <a:lvl9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9pPr>
          </a:lstStyle>
          <a:p>
            <a:pPr marL="0" marR="0" lvl="0" indent="0" algn="ctr" defTabSz="914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C1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Identification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of needs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Pladsholder til tekst 75">
            <a:extLst>
              <a:ext uri="{FF2B5EF4-FFF2-40B4-BE49-F238E27FC236}">
                <a16:creationId xmlns:a16="http://schemas.microsoft.com/office/drawing/2014/main" id="{BB73B0C9-1FB2-6106-53B4-B79DDE77566C}"/>
              </a:ext>
            </a:extLst>
          </p:cNvPr>
          <p:cNvSpPr txBox="1">
            <a:spLocks/>
          </p:cNvSpPr>
          <p:nvPr userDrawn="1"/>
        </p:nvSpPr>
        <p:spPr>
          <a:xfrm>
            <a:off x="5131027" y="3555311"/>
            <a:ext cx="1939925" cy="58578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91413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0" kern="1200" cap="none" baseline="0">
                <a:solidFill>
                  <a:schemeClr val="bg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60000" indent="-18000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4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2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90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622300" indent="-15875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6pPr>
            <a:lvl7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7pPr>
            <a:lvl8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8pPr>
            <a:lvl9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9pPr>
          </a:lstStyle>
          <a:p>
            <a:pPr marL="0" marR="0" lvl="0" indent="0" algn="ctr" defTabSz="914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C1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Proposal for collaboration</a:t>
            </a:r>
          </a:p>
        </p:txBody>
      </p:sp>
      <p:sp>
        <p:nvSpPr>
          <p:cNvPr id="53" name="Pladsholder til tekst 76">
            <a:extLst>
              <a:ext uri="{FF2B5EF4-FFF2-40B4-BE49-F238E27FC236}">
                <a16:creationId xmlns:a16="http://schemas.microsoft.com/office/drawing/2014/main" id="{83BF8E30-8026-A538-CD52-D27348063D39}"/>
              </a:ext>
            </a:extLst>
          </p:cNvPr>
          <p:cNvSpPr txBox="1">
            <a:spLocks/>
          </p:cNvSpPr>
          <p:nvPr userDrawn="1"/>
        </p:nvSpPr>
        <p:spPr>
          <a:xfrm>
            <a:off x="7386485" y="3561450"/>
            <a:ext cx="1939925" cy="58578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91413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0" kern="1200" cap="none" baseline="0">
                <a:solidFill>
                  <a:schemeClr val="bg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60000" indent="-18000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4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2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90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622300" indent="-15875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6pPr>
            <a:lvl7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7pPr>
            <a:lvl8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8pPr>
            <a:lvl9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9pPr>
          </a:lstStyle>
          <a:p>
            <a:pPr marL="0" marR="0" lvl="0" indent="0" algn="ctr" defTabSz="914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C1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An offer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Pladsholder til tekst 77">
            <a:extLst>
              <a:ext uri="{FF2B5EF4-FFF2-40B4-BE49-F238E27FC236}">
                <a16:creationId xmlns:a16="http://schemas.microsoft.com/office/drawing/2014/main" id="{E8BA1A8E-B47F-6C9A-BBD3-0E4FA83D46FB}"/>
              </a:ext>
            </a:extLst>
          </p:cNvPr>
          <p:cNvSpPr txBox="1">
            <a:spLocks/>
          </p:cNvSpPr>
          <p:nvPr userDrawn="1"/>
        </p:nvSpPr>
        <p:spPr>
          <a:xfrm>
            <a:off x="9640221" y="3561450"/>
            <a:ext cx="1939925" cy="58578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91413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0" kern="1200" cap="none" baseline="0">
                <a:solidFill>
                  <a:schemeClr val="bg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60000" indent="-18000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4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2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kern="1200" cap="none" baseline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900000" indent="-180000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622300" indent="-158750" algn="l" defTabSz="91413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6pPr>
            <a:lvl7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7pPr>
            <a:lvl8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8pPr>
            <a:lvl9pPr marL="230400" indent="-228532" algn="l" defTabSz="91413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9pPr>
          </a:lstStyle>
          <a:p>
            <a:pPr marL="0" marR="0" lvl="0" indent="0" algn="ctr" defTabSz="914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C1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Decision and initiation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Pladsholder til tekst 34">
            <a:extLst>
              <a:ext uri="{FF2B5EF4-FFF2-40B4-BE49-F238E27FC236}">
                <a16:creationId xmlns:a16="http://schemas.microsoft.com/office/drawing/2014/main" id="{650CA06C-013B-44F8-94A3-C761760A51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157" y="4185238"/>
            <a:ext cx="1944000" cy="2150762"/>
          </a:xfrm>
        </p:spPr>
        <p:txBody>
          <a:bodyPr/>
          <a:lstStyle>
            <a:lvl1pPr>
              <a:defRPr sz="1200"/>
            </a:lvl1pPr>
            <a:lvl2pPr marL="180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insert</a:t>
            </a:r>
            <a:r>
              <a:rPr lang="da-DK" dirty="0"/>
              <a:t> </a:t>
            </a:r>
            <a:r>
              <a:rPr lang="da-DK" dirty="0" err="1"/>
              <a:t>text</a:t>
            </a:r>
            <a:endParaRPr lang="da-DK" dirty="0"/>
          </a:p>
        </p:txBody>
      </p:sp>
      <p:sp>
        <p:nvSpPr>
          <p:cNvPr id="83" name="Pladsholder til tekst 34">
            <a:extLst>
              <a:ext uri="{FF2B5EF4-FFF2-40B4-BE49-F238E27FC236}">
                <a16:creationId xmlns:a16="http://schemas.microsoft.com/office/drawing/2014/main" id="{FB93859C-0D02-2EDD-8552-266F9DD78B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69785" y="4185238"/>
            <a:ext cx="1944000" cy="2150762"/>
          </a:xfrm>
        </p:spPr>
        <p:txBody>
          <a:bodyPr/>
          <a:lstStyle>
            <a:lvl1pPr>
              <a:defRPr sz="1200"/>
            </a:lvl1pPr>
            <a:lvl2pPr marL="180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insert</a:t>
            </a:r>
            <a:r>
              <a:rPr lang="da-DK" dirty="0"/>
              <a:t> </a:t>
            </a:r>
            <a:r>
              <a:rPr lang="da-DK" dirty="0" err="1"/>
              <a:t>text</a:t>
            </a:r>
            <a:endParaRPr lang="da-DK" dirty="0"/>
          </a:p>
        </p:txBody>
      </p:sp>
      <p:sp>
        <p:nvSpPr>
          <p:cNvPr id="84" name="Pladsholder til tekst 34">
            <a:extLst>
              <a:ext uri="{FF2B5EF4-FFF2-40B4-BE49-F238E27FC236}">
                <a16:creationId xmlns:a16="http://schemas.microsoft.com/office/drawing/2014/main" id="{CFCC4648-ED3F-AFFF-C5A7-9520C4F964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2413" y="4185238"/>
            <a:ext cx="1944000" cy="2150762"/>
          </a:xfrm>
        </p:spPr>
        <p:txBody>
          <a:bodyPr/>
          <a:lstStyle>
            <a:lvl1pPr>
              <a:defRPr sz="1200"/>
            </a:lvl1pPr>
            <a:lvl2pPr marL="180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insert</a:t>
            </a:r>
            <a:r>
              <a:rPr lang="da-DK" dirty="0"/>
              <a:t> </a:t>
            </a:r>
            <a:r>
              <a:rPr lang="da-DK" dirty="0" err="1"/>
              <a:t>text</a:t>
            </a:r>
            <a:endParaRPr lang="da-DK" dirty="0"/>
          </a:p>
        </p:txBody>
      </p:sp>
      <p:sp>
        <p:nvSpPr>
          <p:cNvPr id="85" name="Pladsholder til tekst 34">
            <a:extLst>
              <a:ext uri="{FF2B5EF4-FFF2-40B4-BE49-F238E27FC236}">
                <a16:creationId xmlns:a16="http://schemas.microsoft.com/office/drawing/2014/main" id="{6ED54BD9-DDF2-B306-D7C7-B5CE14BF0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75041" y="4185238"/>
            <a:ext cx="1944000" cy="2150762"/>
          </a:xfrm>
        </p:spPr>
        <p:txBody>
          <a:bodyPr/>
          <a:lstStyle>
            <a:lvl1pPr>
              <a:defRPr sz="1200"/>
            </a:lvl1pPr>
            <a:lvl2pPr marL="180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insert</a:t>
            </a:r>
            <a:r>
              <a:rPr lang="da-DK" dirty="0"/>
              <a:t> </a:t>
            </a:r>
            <a:r>
              <a:rPr lang="da-DK" dirty="0" err="1"/>
              <a:t>text</a:t>
            </a:r>
            <a:endParaRPr lang="da-DK" dirty="0"/>
          </a:p>
        </p:txBody>
      </p:sp>
      <p:sp>
        <p:nvSpPr>
          <p:cNvPr id="86" name="Pladsholder til tekst 34">
            <a:extLst>
              <a:ext uri="{FF2B5EF4-FFF2-40B4-BE49-F238E27FC236}">
                <a16:creationId xmlns:a16="http://schemas.microsoft.com/office/drawing/2014/main" id="{3BBA8ED6-0625-63F3-1210-0D5417A2F6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27668" y="4185238"/>
            <a:ext cx="1944000" cy="2150762"/>
          </a:xfrm>
        </p:spPr>
        <p:txBody>
          <a:bodyPr/>
          <a:lstStyle>
            <a:lvl1pPr>
              <a:defRPr sz="1200"/>
            </a:lvl1pPr>
            <a:lvl2pPr marL="180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insert</a:t>
            </a:r>
            <a:r>
              <a:rPr lang="da-DK" dirty="0"/>
              <a:t> </a:t>
            </a:r>
            <a:r>
              <a:rPr lang="da-DK" dirty="0" err="1"/>
              <a:t>text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323501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t team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AE777D1-3D9E-57C8-8537-FBDC1F7600FF}"/>
              </a:ext>
            </a:extLst>
          </p:cNvPr>
          <p:cNvSpPr/>
          <p:nvPr userDrawn="1"/>
        </p:nvSpPr>
        <p:spPr>
          <a:xfrm>
            <a:off x="0" y="0"/>
            <a:ext cx="24631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 sz="2000" dirty="0" err="1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E3CB65F-28CF-9B9C-2B0E-A93EE00BDA40}"/>
              </a:ext>
            </a:extLst>
          </p:cNvPr>
          <p:cNvSpPr/>
          <p:nvPr userDrawn="1"/>
        </p:nvSpPr>
        <p:spPr>
          <a:xfrm>
            <a:off x="560045" y="1063918"/>
            <a:ext cx="1351997" cy="13874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2000" dirty="0" err="1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921F3CB2-446E-5340-7C3D-EE8E9E163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3612" y="1391400"/>
            <a:ext cx="672927" cy="6729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65A445-0613-18B4-8688-955FDB609271}"/>
              </a:ext>
            </a:extLst>
          </p:cNvPr>
          <p:cNvSpPr txBox="1"/>
          <p:nvPr userDrawn="1"/>
        </p:nvSpPr>
        <p:spPr>
          <a:xfrm>
            <a:off x="560045" y="5008936"/>
            <a:ext cx="1351997" cy="9489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67527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da-DK" sz="1500" b="1" i="0" cap="none" baseline="0">
                <a:solidFill>
                  <a:schemeClr val="accent4"/>
                </a:solidFill>
                <a:latin typeface="+mj-lt"/>
              </a:rPr>
              <a:t>Access to</a:t>
            </a:r>
            <a:endParaRPr lang="da-DK" sz="1500" b="1" i="0" cap="none" baseline="0" dirty="0">
              <a:solidFill>
                <a:schemeClr val="accent4"/>
              </a:solidFill>
              <a:latin typeface="+mj-lt"/>
            </a:endParaRPr>
          </a:p>
          <a:p>
            <a:pPr algn="ctr">
              <a:lnSpc>
                <a:spcPts val="4000"/>
              </a:lnSpc>
            </a:pPr>
            <a:r>
              <a:rPr lang="da-DK" sz="3500" b="1" i="0" cap="none" baseline="0" dirty="0">
                <a:solidFill>
                  <a:schemeClr val="accent4"/>
                </a:solidFill>
                <a:latin typeface="+mj-lt"/>
              </a:rPr>
              <a:t>1000+</a:t>
            </a:r>
          </a:p>
          <a:p>
            <a:pPr algn="ctr">
              <a:lnSpc>
                <a:spcPts val="1600"/>
              </a:lnSpc>
            </a:pPr>
            <a:r>
              <a:rPr lang="da-DK" sz="1500" b="1" i="0" cap="none" baseline="0">
                <a:solidFill>
                  <a:schemeClr val="accent4"/>
                </a:solidFill>
                <a:latin typeface="+mj-lt"/>
              </a:rPr>
              <a:t>specialists</a:t>
            </a:r>
            <a:endParaRPr lang="da-DK" sz="1500" b="1" i="0" cap="none" baseline="0" dirty="0">
              <a:solidFill>
                <a:schemeClr val="accent4"/>
              </a:solidFill>
              <a:latin typeface="+mj-lt"/>
            </a:endParaRPr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545ECDD4-43A4-CDBA-735D-0961D5C90FB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20000" y="818147"/>
            <a:ext cx="575621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kstfelt 1">
            <a:extLst>
              <a:ext uri="{FF2B5EF4-FFF2-40B4-BE49-F238E27FC236}">
                <a16:creationId xmlns:a16="http://schemas.microsoft.com/office/drawing/2014/main" id="{C9AFE3E6-C816-421D-3760-9F11D7C3A9F2}"/>
              </a:ext>
            </a:extLst>
          </p:cNvPr>
          <p:cNvSpPr txBox="1"/>
          <p:nvPr userDrawn="1"/>
        </p:nvSpPr>
        <p:spPr>
          <a:xfrm>
            <a:off x="3196194" y="654785"/>
            <a:ext cx="3226692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rgbClr val="C00000"/>
                </a:solidFill>
              </a:rPr>
              <a:t>Project Manager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62033798-91A1-737C-6583-E571D2EF1801}"/>
              </a:ext>
            </a:extLst>
          </p:cNvPr>
          <p:cNvSpPr txBox="1"/>
          <p:nvPr userDrawn="1"/>
        </p:nvSpPr>
        <p:spPr>
          <a:xfrm>
            <a:off x="6931677" y="43015"/>
            <a:ext cx="3226692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da-DK" sz="1800" b="1" dirty="0">
              <a:solidFill>
                <a:srgbClr val="C00000"/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0F7FA996-B4D3-A5A9-89E1-D56663ED55DD}"/>
              </a:ext>
            </a:extLst>
          </p:cNvPr>
          <p:cNvSpPr txBox="1"/>
          <p:nvPr userDrawn="1"/>
        </p:nvSpPr>
        <p:spPr>
          <a:xfrm>
            <a:off x="712306" y="654785"/>
            <a:ext cx="1199735" cy="349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chemeClr val="accent4"/>
                </a:solidFill>
              </a:rPr>
              <a:t>Your Team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F8E835D5-8AF2-6B9B-59FA-FA1490C1CCC2}"/>
              </a:ext>
            </a:extLst>
          </p:cNvPr>
          <p:cNvSpPr txBox="1"/>
          <p:nvPr userDrawn="1"/>
        </p:nvSpPr>
        <p:spPr>
          <a:xfrm>
            <a:off x="3196194" y="2640889"/>
            <a:ext cx="3226692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a-DK" sz="1800" b="1" dirty="0">
                <a:solidFill>
                  <a:srgbClr val="C00000"/>
                </a:solidFill>
              </a:rPr>
              <a:t>Specialists</a:t>
            </a:r>
          </a:p>
        </p:txBody>
      </p:sp>
      <p:sp>
        <p:nvSpPr>
          <p:cNvPr id="24" name="Pladsholder til tekst 40">
            <a:extLst>
              <a:ext uri="{FF2B5EF4-FFF2-40B4-BE49-F238E27FC236}">
                <a16:creationId xmlns:a16="http://schemas.microsoft.com/office/drawing/2014/main" id="{55CF4837-DA5D-1373-8E12-CEA8A639748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931025" y="598488"/>
            <a:ext cx="2641600" cy="376237"/>
          </a:xfrm>
        </p:spPr>
        <p:txBody>
          <a:bodyPr anchor="ctr" anchorCtr="0"/>
          <a:lstStyle>
            <a:lvl1pPr marL="0" indent="0">
              <a:buNone/>
              <a:defRPr lang="da-DK" sz="1800" b="1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da-DK" sz="1800" b="1">
                <a:solidFill>
                  <a:srgbClr val="C00000"/>
                </a:solidFill>
              </a:rPr>
              <a:t>Business Developer</a:t>
            </a:r>
            <a:endParaRPr lang="da-DK" sz="1800" b="1" dirty="0">
              <a:solidFill>
                <a:srgbClr val="C00000"/>
              </a:solidFill>
            </a:endParaRP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DBEF18FB-2ADB-848A-7F43-EB7A332F4A3B}"/>
              </a:ext>
            </a:extLst>
          </p:cNvPr>
          <p:cNvSpPr txBox="1"/>
          <p:nvPr userDrawn="1"/>
        </p:nvSpPr>
        <p:spPr>
          <a:xfrm>
            <a:off x="-998" y="6990134"/>
            <a:ext cx="1218982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Billeder finds </a:t>
            </a:r>
            <a:r>
              <a:rPr lang="en-GB" sz="1600" dirty="0" err="1"/>
              <a:t>i</a:t>
            </a:r>
            <a:r>
              <a:rPr lang="en-GB" sz="1600" dirty="0"/>
              <a:t> mappen TI Folders\Group\ Generelt\Medarbejderfoto\Billeder til medarbejdersogning\FinalScale</a:t>
            </a:r>
            <a:endParaRPr lang="en-DK" sz="1600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75D2D49-D223-AEED-1A07-AAE98A8B69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51759" y="1241425"/>
            <a:ext cx="2164481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225228E-4693-FA8D-5BE7-E575552BC6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6276" y="318312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4E423267-5D5B-6DB4-0B3B-C01A75A692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6276" y="468044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0888F432-EB1A-F85D-266A-AAE4927BD2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51759" y="1500164"/>
            <a:ext cx="2164482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kontaktdetaljer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0EA91D5D-EBF7-046E-F1CB-9266575B99D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16276" y="3452983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538E7730-82EB-7FB3-5184-1E89F2FF4BC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16276" y="4917031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0C7953D-9839-B786-EA5C-5C817CA9BD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16276" y="1241425"/>
            <a:ext cx="2164481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8A42C0F6-2FF5-069D-1387-C2E0D16A653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16276" y="1500164"/>
            <a:ext cx="2164482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kontaktdetaljer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E8EA97E-E309-0E05-DD61-72C5B35FDB0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101873" y="318312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82D9894-834B-20CD-2BDB-25BBE0FC13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101873" y="468044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19" name="Text Placeholder 50">
            <a:extLst>
              <a:ext uri="{FF2B5EF4-FFF2-40B4-BE49-F238E27FC236}">
                <a16:creationId xmlns:a16="http://schemas.microsoft.com/office/drawing/2014/main" id="{BE4B955E-DCB6-EA0C-99AC-E5C17F8BF0E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01873" y="3452983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20" name="Text Placeholder 50">
            <a:extLst>
              <a:ext uri="{FF2B5EF4-FFF2-40B4-BE49-F238E27FC236}">
                <a16:creationId xmlns:a16="http://schemas.microsoft.com/office/drawing/2014/main" id="{CBB7C667-CBC3-D194-39F7-61892DCC7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101873" y="4917031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7123B77B-DA4F-E562-4D27-98AA8342865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87470" y="318312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289DE5-EAAF-AAB9-E9AB-4049C1AF5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87470" y="4680446"/>
            <a:ext cx="1607335" cy="208546"/>
          </a:xfrm>
        </p:spPr>
        <p:txBody>
          <a:bodyPr/>
          <a:lstStyle>
            <a:lvl1pPr marL="0" indent="0">
              <a:buNone/>
              <a:defRPr lang="da-DK" sz="1200" b="1" i="0" baseline="0" dirty="0">
                <a:solidFill>
                  <a:schemeClr val="tx2"/>
                </a:solidFill>
              </a:defRPr>
            </a:lvl1pPr>
          </a:lstStyle>
          <a:p>
            <a:pPr marL="180000" lvl="0" indent="-180000">
              <a:lnSpc>
                <a:spcPct val="100000"/>
              </a:lnSpc>
              <a:spcBef>
                <a:spcPts val="0"/>
              </a:spcBef>
              <a:buClr>
                <a:srgbClr val="870D20"/>
              </a:buClr>
            </a:pPr>
            <a:r>
              <a:rPr lang="en-US" dirty="0"/>
              <a:t>Indsæt navn</a:t>
            </a:r>
          </a:p>
        </p:txBody>
      </p:sp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BE2E1E29-924A-9277-2600-38D2A704157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87470" y="3452983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25" name="Text Placeholder 50">
            <a:extLst>
              <a:ext uri="{FF2B5EF4-FFF2-40B4-BE49-F238E27FC236}">
                <a16:creationId xmlns:a16="http://schemas.microsoft.com/office/drawing/2014/main" id="{EE467593-6130-5D79-FE49-4AB37E65C5E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887470" y="4917031"/>
            <a:ext cx="1607335" cy="5708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Indsæt titel og kompetenceområde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9716294-1835-4E93-E613-FEAFE766988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196194" y="993095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DC3066D4-028A-5A2E-356B-445B1860465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886363" y="993095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28" name="Picture Placeholder 16">
            <a:extLst>
              <a:ext uri="{FF2B5EF4-FFF2-40B4-BE49-F238E27FC236}">
                <a16:creationId xmlns:a16="http://schemas.microsoft.com/office/drawing/2014/main" id="{A0842F9F-289B-D047-E7FF-A178D80184BD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196194" y="2977335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516820CD-27BF-601B-164E-6F5F4B0DF06F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3196194" y="4490013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6C039B3B-D518-7B2C-CB0C-534EC7F88F08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997632" y="2977335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E9033D31-FD58-FA97-88E1-F1916BD7975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997632" y="4490013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38" name="Picture Placeholder 16">
            <a:extLst>
              <a:ext uri="{FF2B5EF4-FFF2-40B4-BE49-F238E27FC236}">
                <a16:creationId xmlns:a16="http://schemas.microsoft.com/office/drawing/2014/main" id="{0DB84D31-FFA0-2097-7A39-85C5DD47424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8804905" y="2977335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  <p:sp>
        <p:nvSpPr>
          <p:cNvPr id="51" name="Picture Placeholder 16">
            <a:extLst>
              <a:ext uri="{FF2B5EF4-FFF2-40B4-BE49-F238E27FC236}">
                <a16:creationId xmlns:a16="http://schemas.microsoft.com/office/drawing/2014/main" id="{A4F6E2FB-3440-2471-8224-2CE4875D67E5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804905" y="4490013"/>
            <a:ext cx="1040443" cy="1317784"/>
          </a:xfrm>
          <a:solidFill>
            <a:srgbClr val="FFFFFF">
              <a:alpha val="89804"/>
            </a:srgbClr>
          </a:solidFill>
        </p:spPr>
        <p:txBody>
          <a:bodyPr lIns="36000" tIns="108000" rIns="36000" bIns="0"/>
          <a:lstStyle>
            <a:lvl1pPr marL="0" indent="0" algn="ctr">
              <a:spcBef>
                <a:spcPts val="0"/>
              </a:spcBef>
              <a:buNone/>
              <a:defRPr sz="1100" b="0" i="1" cap="none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på rammen og indsæt billeder via link nederst på denne slide</a:t>
            </a:r>
          </a:p>
        </p:txBody>
      </p:sp>
    </p:spTree>
    <p:extLst>
      <p:ext uri="{BB962C8B-B14F-4D97-AF65-F5344CB8AC3E}">
        <p14:creationId xmlns:p14="http://schemas.microsoft.com/office/powerpoint/2010/main" val="11192312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hels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13DB-02D0-4EE1-8E0A-2A22007AA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7" name="Pladsholder til sidefod 4">
            <a:extLst>
              <a:ext uri="{FF2B5EF4-FFF2-40B4-BE49-F238E27FC236}">
                <a16:creationId xmlns:a16="http://schemas.microsoft.com/office/drawing/2014/main" id="{9C27C859-3BBA-D4A0-3684-2FE37935C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  <a:endParaRPr lang="da-DK" dirty="0"/>
          </a:p>
        </p:txBody>
      </p:sp>
      <p:sp>
        <p:nvSpPr>
          <p:cNvPr id="8" name="Pladsholder til slidenummer 5">
            <a:extLst>
              <a:ext uri="{FF2B5EF4-FFF2-40B4-BE49-F238E27FC236}">
                <a16:creationId xmlns:a16="http://schemas.microsoft.com/office/drawing/2014/main" id="{4DDC4001-D225-1792-7338-D9F50671A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31638BD4-D7C4-9522-CA72-30ED3E9F686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775" y="1582737"/>
            <a:ext cx="10966450" cy="47625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37690031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indhold slide 2 koll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C5DC-9F61-4E32-B0BC-ED6D481CEE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a-DK"/>
              <a:t>Klik for at tilføje titel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CD19E-FC03-48E4-9927-51BF6EA2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000" y="1582738"/>
            <a:ext cx="5176025" cy="47625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4765C-044E-4BC0-AA33-BCAAC967279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00802" y="1582738"/>
            <a:ext cx="5176024" cy="47625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sidefod 4">
            <a:extLst>
              <a:ext uri="{FF2B5EF4-FFF2-40B4-BE49-F238E27FC236}">
                <a16:creationId xmlns:a16="http://schemas.microsoft.com/office/drawing/2014/main" id="{29C8414E-E79E-E479-BC7F-4DE63EAB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9E976F-8FD6-E83D-EB94-D8DB3B80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37055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46">
          <p15:clr>
            <a:srgbClr val="F26B43"/>
          </p15:clr>
        </p15:guide>
        <p15:guide id="2" pos="4032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og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D1EA7259-FF70-14AF-7CCB-BCECE1C4012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799225" y="1582737"/>
            <a:ext cx="3780000" cy="476250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AAB0C-192B-37B0-50C8-74058CC415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223" y="306000"/>
            <a:ext cx="10966001" cy="93737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7" name="Pladsholder til sidefod 4">
            <a:extLst>
              <a:ext uri="{FF2B5EF4-FFF2-40B4-BE49-F238E27FC236}">
                <a16:creationId xmlns:a16="http://schemas.microsoft.com/office/drawing/2014/main" id="{F00F41E2-65EC-CD70-52FC-5AB3D1667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Projekt / initialer / version</a:t>
            </a:r>
          </a:p>
        </p:txBody>
      </p:sp>
      <p:sp>
        <p:nvSpPr>
          <p:cNvPr id="8" name="Pladsholder til slidenummer 5">
            <a:extLst>
              <a:ext uri="{FF2B5EF4-FFF2-40B4-BE49-F238E27FC236}">
                <a16:creationId xmlns:a16="http://schemas.microsoft.com/office/drawing/2014/main" id="{8907DE68-4971-C0D5-C998-DA62EDE73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indhold 4">
            <a:extLst>
              <a:ext uri="{FF2B5EF4-FFF2-40B4-BE49-F238E27FC236}">
                <a16:creationId xmlns:a16="http://schemas.microsoft.com/office/drawing/2014/main" id="{571315F7-5898-D9D1-4BD6-85102602FF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774" y="1582738"/>
            <a:ext cx="6937375" cy="4762500"/>
          </a:xfrm>
        </p:spPr>
        <p:txBody>
          <a:bodyPr tIns="2160000" anchor="ctr" anchorCtr="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da-DK"/>
              <a:t>Klik på rammen og indsæt</a:t>
            </a:r>
            <a:br>
              <a:rPr lang="da-DK"/>
            </a:br>
            <a:r>
              <a:rPr lang="da-DK"/>
              <a:t>billede via Templafy-menuen</a:t>
            </a:r>
            <a:br>
              <a:rPr lang="da-DK"/>
            </a:br>
            <a:r>
              <a:rPr lang="da-DK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1327991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le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AB0C-192B-37B0-50C8-74058CC415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7" name="Pladsholder til sidefod 4">
            <a:extLst>
              <a:ext uri="{FF2B5EF4-FFF2-40B4-BE49-F238E27FC236}">
                <a16:creationId xmlns:a16="http://schemas.microsoft.com/office/drawing/2014/main" id="{F00F41E2-65EC-CD70-52FC-5AB3D1667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Projekt / initialer / version</a:t>
            </a:r>
          </a:p>
        </p:txBody>
      </p:sp>
      <p:sp>
        <p:nvSpPr>
          <p:cNvPr id="8" name="Pladsholder til slidenummer 5">
            <a:extLst>
              <a:ext uri="{FF2B5EF4-FFF2-40B4-BE49-F238E27FC236}">
                <a16:creationId xmlns:a16="http://schemas.microsoft.com/office/drawing/2014/main" id="{8907DE68-4971-C0D5-C998-DA62EDE73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indhold 4">
            <a:extLst>
              <a:ext uri="{FF2B5EF4-FFF2-40B4-BE49-F238E27FC236}">
                <a16:creationId xmlns:a16="http://schemas.microsoft.com/office/drawing/2014/main" id="{5DA21AF1-6738-26A9-6B4D-9C0748AA74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224" y="1593387"/>
            <a:ext cx="3780000" cy="476250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" name="Pladsholder til indhold 4">
            <a:extLst>
              <a:ext uri="{FF2B5EF4-FFF2-40B4-BE49-F238E27FC236}">
                <a16:creationId xmlns:a16="http://schemas.microsoft.com/office/drawing/2014/main" id="{34FBAEF6-517E-4CFC-1133-098F7AA544F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41850" y="1582738"/>
            <a:ext cx="6937375" cy="4762500"/>
          </a:xfrm>
        </p:spPr>
        <p:txBody>
          <a:bodyPr tIns="2160000" anchor="ctr" anchorCtr="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da-DK"/>
              <a:t>Klik på rammen og indsæt</a:t>
            </a:r>
            <a:br>
              <a:rPr lang="da-DK"/>
            </a:br>
            <a:r>
              <a:rPr lang="da-DK"/>
              <a:t>billede via Templafy-menuen</a:t>
            </a:r>
            <a:br>
              <a:rPr lang="da-DK"/>
            </a:br>
            <a:r>
              <a:rPr lang="da-DK"/>
              <a:t>”Fotos og logos”</a:t>
            </a:r>
          </a:p>
        </p:txBody>
      </p:sp>
    </p:spTree>
    <p:extLst>
      <p:ext uri="{BB962C8B-B14F-4D97-AF65-F5344CB8AC3E}">
        <p14:creationId xmlns:p14="http://schemas.microsoft.com/office/powerpoint/2010/main" val="826527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pos="290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 m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dsholder til tekst 8">
            <a:extLst>
              <a:ext uri="{FF2B5EF4-FFF2-40B4-BE49-F238E27FC236}">
                <a16:creationId xmlns:a16="http://schemas.microsoft.com/office/drawing/2014/main" id="{9A582B04-0937-5D43-A324-5278CE5025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7171" y="4314931"/>
            <a:ext cx="3348000" cy="2030307"/>
          </a:xfrm>
        </p:spPr>
        <p:txBody>
          <a:bodyPr/>
          <a:lstStyle>
            <a:lvl1pPr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E75961AD-6112-E36A-6DE3-9A4CCD7377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3264" y="4314915"/>
            <a:ext cx="3348000" cy="2027643"/>
          </a:xfrm>
        </p:spPr>
        <p:txBody>
          <a:bodyPr/>
          <a:lstStyle>
            <a:lvl1pPr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158D1B87-7081-FFEA-0822-0EB42162EF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2000" y="4314916"/>
            <a:ext cx="3348000" cy="2030322"/>
          </a:xfrm>
        </p:spPr>
        <p:txBody>
          <a:bodyPr/>
          <a:lstStyle>
            <a:lvl1pPr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000"/>
            </a:lvl3pPr>
            <a:lvl4pPr>
              <a:spcBef>
                <a:spcPts val="600"/>
              </a:spcBef>
              <a:defRPr sz="10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80CE17-04C3-3D30-3BA0-1CABDF02E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7284305-9789-3EC7-9F76-5E687DF645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/>
              <a:t>Project / initials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C7550A-B05D-7188-5EB1-B654E091A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5" name="Pladsholder til tekst 35">
            <a:extLst>
              <a:ext uri="{FF2B5EF4-FFF2-40B4-BE49-F238E27FC236}">
                <a16:creationId xmlns:a16="http://schemas.microsoft.com/office/drawing/2014/main" id="{D0739B39-247D-F531-B0EC-8421F7DAE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000" y="3952238"/>
            <a:ext cx="3348000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2" name="Pladsholder til tekst 35">
            <a:extLst>
              <a:ext uri="{FF2B5EF4-FFF2-40B4-BE49-F238E27FC236}">
                <a16:creationId xmlns:a16="http://schemas.microsoft.com/office/drawing/2014/main" id="{D60D0149-91E8-C28B-ED73-F3E642FFE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23264" y="3952237"/>
            <a:ext cx="3348000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3" name="Pladsholder til tekst 35">
            <a:extLst>
              <a:ext uri="{FF2B5EF4-FFF2-40B4-BE49-F238E27FC236}">
                <a16:creationId xmlns:a16="http://schemas.microsoft.com/office/drawing/2014/main" id="{DAC18077-8593-B239-1634-274BC5437C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7171" y="3951697"/>
            <a:ext cx="3348000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4" name="Pladsholder til billede 39">
            <a:extLst>
              <a:ext uri="{FF2B5EF4-FFF2-40B4-BE49-F238E27FC236}">
                <a16:creationId xmlns:a16="http://schemas.microsoft.com/office/drawing/2014/main" id="{08EA6566-8292-4364-8A43-96ABF88A45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224" y="1582738"/>
            <a:ext cx="3348000" cy="2268000"/>
          </a:xfrm>
          <a:prstGeom prst="rect">
            <a:avLst/>
          </a:prstGeom>
        </p:spPr>
        <p:txBody>
          <a:bodyPr bIns="90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5" name="Pladsholder til billede 39">
            <a:extLst>
              <a:ext uri="{FF2B5EF4-FFF2-40B4-BE49-F238E27FC236}">
                <a16:creationId xmlns:a16="http://schemas.microsoft.com/office/drawing/2014/main" id="{8D3B22C0-4399-EF12-3BEF-424EBE60407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23264" y="1582738"/>
            <a:ext cx="3348000" cy="2268000"/>
          </a:xfrm>
          <a:prstGeom prst="rect">
            <a:avLst/>
          </a:prstGeom>
        </p:spPr>
        <p:txBody>
          <a:bodyPr bIns="90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6" name="Pladsholder til billede 39">
            <a:extLst>
              <a:ext uri="{FF2B5EF4-FFF2-40B4-BE49-F238E27FC236}">
                <a16:creationId xmlns:a16="http://schemas.microsoft.com/office/drawing/2014/main" id="{FBF9BDFA-ED4D-DE51-F298-81A2D3F2557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33303" y="1582738"/>
            <a:ext cx="3348000" cy="2268000"/>
          </a:xfrm>
          <a:prstGeom prst="rect">
            <a:avLst/>
          </a:prstGeom>
        </p:spPr>
        <p:txBody>
          <a:bodyPr bIns="90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963379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leder m overskri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0CE17-04C3-3D30-3BA0-1CABDF02E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7284305-9789-3EC7-9F76-5E687DF645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/>
              <a:t>Project / initials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C7550A-B05D-7188-5EB1-B654E091A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5" name="Pladsholder til tekst 35">
            <a:extLst>
              <a:ext uri="{FF2B5EF4-FFF2-40B4-BE49-F238E27FC236}">
                <a16:creationId xmlns:a16="http://schemas.microsoft.com/office/drawing/2014/main" id="{D0739B39-247D-F531-B0EC-8421F7DAE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000" y="1590038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12" name="Pladsholder til tekst 35">
            <a:extLst>
              <a:ext uri="{FF2B5EF4-FFF2-40B4-BE49-F238E27FC236}">
                <a16:creationId xmlns:a16="http://schemas.microsoft.com/office/drawing/2014/main" id="{D60D0149-91E8-C28B-ED73-F3E642FFE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24960" y="1590037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13" name="Pladsholder til tekst 35">
            <a:extLst>
              <a:ext uri="{FF2B5EF4-FFF2-40B4-BE49-F238E27FC236}">
                <a16:creationId xmlns:a16="http://schemas.microsoft.com/office/drawing/2014/main" id="{DAC18077-8593-B239-1634-274BC5437C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33303" y="1589497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14" name="Pladsholder til billede 39">
            <a:extLst>
              <a:ext uri="{FF2B5EF4-FFF2-40B4-BE49-F238E27FC236}">
                <a16:creationId xmlns:a16="http://schemas.microsoft.com/office/drawing/2014/main" id="{08EA6566-8292-4364-8A43-96ABF88A45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224" y="1868488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5" name="Pladsholder til billede 39">
            <a:extLst>
              <a:ext uri="{FF2B5EF4-FFF2-40B4-BE49-F238E27FC236}">
                <a16:creationId xmlns:a16="http://schemas.microsoft.com/office/drawing/2014/main" id="{8D3B22C0-4399-EF12-3BEF-424EBE60407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24960" y="1868488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6" name="Pladsholder til billede 39">
            <a:extLst>
              <a:ext uri="{FF2B5EF4-FFF2-40B4-BE49-F238E27FC236}">
                <a16:creationId xmlns:a16="http://schemas.microsoft.com/office/drawing/2014/main" id="{FBF9BDFA-ED4D-DE51-F298-81A2D3F2557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33303" y="1868488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8" name="Pladsholder til tekst 35">
            <a:extLst>
              <a:ext uri="{FF2B5EF4-FFF2-40B4-BE49-F238E27FC236}">
                <a16:creationId xmlns:a16="http://schemas.microsoft.com/office/drawing/2014/main" id="{CA71BB9C-1601-C740-D317-EB2FCF4832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224" y="4154250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9" name="Pladsholder til tekst 35">
            <a:extLst>
              <a:ext uri="{FF2B5EF4-FFF2-40B4-BE49-F238E27FC236}">
                <a16:creationId xmlns:a16="http://schemas.microsoft.com/office/drawing/2014/main" id="{2EC2BA25-C2C8-FA5C-E8A6-9498CE9D8B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4960" y="4154249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10" name="Pladsholder til tekst 35">
            <a:extLst>
              <a:ext uri="{FF2B5EF4-FFF2-40B4-BE49-F238E27FC236}">
                <a16:creationId xmlns:a16="http://schemas.microsoft.com/office/drawing/2014/main" id="{031C8C02-C6EA-C21C-E9A6-3F28A572DD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4527" y="4153709"/>
            <a:ext cx="3348000" cy="252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230400" indent="0">
              <a:buNone/>
              <a:defRPr/>
            </a:lvl2pPr>
          </a:lstStyle>
          <a:p>
            <a:pPr lvl="0"/>
            <a:r>
              <a:rPr lang="da-DK" dirty="0"/>
              <a:t>Klik for </a:t>
            </a:r>
            <a:r>
              <a:rPr lang="da-DK"/>
              <a:t>at indsætte tekst</a:t>
            </a:r>
            <a:endParaRPr lang="da-DK" dirty="0"/>
          </a:p>
        </p:txBody>
      </p:sp>
      <p:sp>
        <p:nvSpPr>
          <p:cNvPr id="17" name="Pladsholder til billede 39">
            <a:extLst>
              <a:ext uri="{FF2B5EF4-FFF2-40B4-BE49-F238E27FC236}">
                <a16:creationId xmlns:a16="http://schemas.microsoft.com/office/drawing/2014/main" id="{E323016E-503D-359E-1541-56C7F5C4984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14448" y="4432700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8" name="Pladsholder til billede 39">
            <a:extLst>
              <a:ext uri="{FF2B5EF4-FFF2-40B4-BE49-F238E27FC236}">
                <a16:creationId xmlns:a16="http://schemas.microsoft.com/office/drawing/2014/main" id="{E9B96E64-8B16-5F3F-A89F-45861E7DF59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424960" y="4432700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19" name="Pladsholder til billede 39">
            <a:extLst>
              <a:ext uri="{FF2B5EF4-FFF2-40B4-BE49-F238E27FC236}">
                <a16:creationId xmlns:a16="http://schemas.microsoft.com/office/drawing/2014/main" id="{21CA160B-DF85-D0B7-9936-9E74E13A242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234527" y="4432700"/>
            <a:ext cx="3348000" cy="1908000"/>
          </a:xfrm>
          <a:prstGeom prst="rect">
            <a:avLst/>
          </a:prstGeom>
        </p:spPr>
        <p:txBody>
          <a:bodyPr tIns="0" bIns="828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62112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773">
          <p15:clr>
            <a:srgbClr val="FBAE40"/>
          </p15:clr>
        </p15:guide>
        <p15:guide id="2" pos="2501">
          <p15:clr>
            <a:srgbClr val="FBAE40"/>
          </p15:clr>
        </p15:guide>
        <p15:guide id="3" pos="5177">
          <p15:clr>
            <a:srgbClr val="FBAE40"/>
          </p15:clr>
        </p15:guide>
        <p15:guide id="4" pos="490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oversk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869E-647A-352F-C821-108E0429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a-DK" dirty="0"/>
              <a:t>Klik for at tilføje titel</a:t>
            </a:r>
          </a:p>
        </p:txBody>
      </p:sp>
      <p:sp>
        <p:nvSpPr>
          <p:cNvPr id="3" name="Pladsholder til sidefod 4">
            <a:extLst>
              <a:ext uri="{FF2B5EF4-FFF2-40B4-BE49-F238E27FC236}">
                <a16:creationId xmlns:a16="http://schemas.microsoft.com/office/drawing/2014/main" id="{D08D0B8B-8FB7-402F-8364-4E0B631B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da-DK"/>
              <a:t>Project / initials / version</a:t>
            </a:r>
          </a:p>
        </p:txBody>
      </p:sp>
      <p:sp>
        <p:nvSpPr>
          <p:cNvPr id="4" name="Pladsholder til slidenummer 5">
            <a:extLst>
              <a:ext uri="{FF2B5EF4-FFF2-40B4-BE49-F238E27FC236}">
                <a16:creationId xmlns:a16="http://schemas.microsoft.com/office/drawing/2014/main" id="{9916FDE1-B63F-4724-F3B0-0E84D9371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3519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side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79F4B61-7BB6-C299-0BB2-F1FA977A82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88825" cy="6858000"/>
          </a:xfrm>
        </p:spPr>
        <p:txBody>
          <a:bodyPr tIns="1800000" anchor="ctr" anchorCtr="0"/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pPr marL="0" marR="0" lvl="0" indent="0" algn="ctr" defTabSz="91413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4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Klik på rammen og indsæt</a:t>
            </a:r>
            <a:br>
              <a:rPr lang="en-GB" dirty="0"/>
            </a:br>
            <a:r>
              <a:rPr lang="en-GB" dirty="0"/>
              <a:t>billede via Templafy-menuen</a:t>
            </a:r>
            <a:br>
              <a:rPr lang="en-GB" dirty="0"/>
            </a:br>
            <a:r>
              <a:rPr lang="en-GB" dirty="0"/>
              <a:t>”Fotos og logos”</a:t>
            </a:r>
            <a:endParaRPr lang="da-DK" dirty="0"/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5D7D3335-86C0-54D9-365F-1BE692D3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Project / initials / version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8980ED5-A899-8C5B-B600-A201DE75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5866-C97E-431B-9347-802EE191A84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07365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9A7C19-9E88-49E4-852F-22254990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23" y="306000"/>
            <a:ext cx="10966001" cy="937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Click to insert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DF0E2-2399-4657-9B95-3FE3B6DA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3224" y="1587500"/>
            <a:ext cx="10966000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6" name="Pladsholder til sidefod 4">
            <a:extLst>
              <a:ext uri="{FF2B5EF4-FFF2-40B4-BE49-F238E27FC236}">
                <a16:creationId xmlns:a16="http://schemas.microsoft.com/office/drawing/2014/main" id="{E2B13564-6356-13EF-9839-CAE954974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3224" y="6480000"/>
            <a:ext cx="4114800" cy="216000"/>
          </a:xfrm>
          <a:prstGeom prst="rect">
            <a:avLst/>
          </a:prstGeom>
        </p:spPr>
        <p:txBody>
          <a:bodyPr lIns="0" bIns="0" anchor="b"/>
          <a:lstStyle>
            <a:lvl1pPr>
              <a:defRPr sz="1050"/>
            </a:lvl1pPr>
          </a:lstStyle>
          <a:p>
            <a:r>
              <a:rPr lang="en-US" noProof="0" dirty="0"/>
              <a:t>Project / initials / version</a:t>
            </a:r>
          </a:p>
        </p:txBody>
      </p:sp>
      <p:sp>
        <p:nvSpPr>
          <p:cNvPr id="7" name="Pladsholder til slidenummer 5">
            <a:extLst>
              <a:ext uri="{FF2B5EF4-FFF2-40B4-BE49-F238E27FC236}">
                <a16:creationId xmlns:a16="http://schemas.microsoft.com/office/drawing/2014/main" id="{61063316-9CF9-5BEF-B035-BC05058DC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10115" y="6480000"/>
            <a:ext cx="568595" cy="216000"/>
          </a:xfrm>
          <a:prstGeom prst="rect">
            <a:avLst/>
          </a:prstGeom>
        </p:spPr>
        <p:txBody>
          <a:bodyPr bIns="0" anchor="b"/>
          <a:lstStyle>
            <a:lvl1pPr algn="ctr">
              <a:defRPr sz="1050"/>
            </a:lvl1pPr>
          </a:lstStyle>
          <a:p>
            <a:fld id="{B3CB5866-C97E-431B-9347-802EE191A84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Pladsholder til sidefod 4">
            <a:extLst>
              <a:ext uri="{FF2B5EF4-FFF2-40B4-BE49-F238E27FC236}">
                <a16:creationId xmlns:a16="http://schemas.microsoft.com/office/drawing/2014/main" id="{F8CE8E12-473D-64D2-4D1F-02E73A7079B4}"/>
              </a:ext>
            </a:extLst>
          </p:cNvPr>
          <p:cNvSpPr txBox="1">
            <a:spLocks/>
          </p:cNvSpPr>
          <p:nvPr userDrawn="1"/>
        </p:nvSpPr>
        <p:spPr>
          <a:xfrm>
            <a:off x="9010835" y="6480000"/>
            <a:ext cx="2568390" cy="216000"/>
          </a:xfrm>
          <a:prstGeom prst="rect">
            <a:avLst/>
          </a:prstGeom>
        </p:spPr>
        <p:txBody>
          <a:bodyPr lIns="0" rIns="0" bIns="0" anchor="b"/>
          <a:lstStyle>
            <a:defPPr>
              <a:defRPr lang="da-DK"/>
            </a:defPPr>
            <a:lvl1pPr marL="0" algn="l" defTabSz="967527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3763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527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290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5053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817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580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343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0107" algn="l" defTabSz="967527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/>
              <a:t>Danish Technological Institute</a:t>
            </a:r>
          </a:p>
        </p:txBody>
      </p:sp>
    </p:spTree>
    <p:extLst>
      <p:ext uri="{BB962C8B-B14F-4D97-AF65-F5344CB8AC3E}">
        <p14:creationId xmlns:p14="http://schemas.microsoft.com/office/powerpoint/2010/main" val="90141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62" r:id="rId2"/>
    <p:sldLayoutId id="2147483763" r:id="rId3"/>
    <p:sldLayoutId id="2147483764" r:id="rId4"/>
    <p:sldLayoutId id="2147483818" r:id="rId5"/>
    <p:sldLayoutId id="2147483819" r:id="rId6"/>
    <p:sldLayoutId id="2147483820" r:id="rId7"/>
    <p:sldLayoutId id="2147483817" r:id="rId8"/>
    <p:sldLayoutId id="2147483800" r:id="rId9"/>
    <p:sldLayoutId id="2147483801" r:id="rId10"/>
    <p:sldLayoutId id="2147483802" r:id="rId11"/>
    <p:sldLayoutId id="2147483793" r:id="rId12"/>
    <p:sldLayoutId id="2147483794" r:id="rId13"/>
    <p:sldLayoutId id="2147483795" r:id="rId14"/>
    <p:sldLayoutId id="2147483813" r:id="rId15"/>
    <p:sldLayoutId id="2147483812" r:id="rId16"/>
    <p:sldLayoutId id="2147483814" r:id="rId17"/>
    <p:sldLayoutId id="2147483803" r:id="rId18"/>
    <p:sldLayoutId id="2147483804" r:id="rId19"/>
    <p:sldLayoutId id="2147483805" r:id="rId20"/>
    <p:sldLayoutId id="2147483806" r:id="rId21"/>
    <p:sldLayoutId id="2147483807" r:id="rId22"/>
    <p:sldLayoutId id="2147483792" r:id="rId23"/>
    <p:sldLayoutId id="2147483821" r:id="rId24"/>
    <p:sldLayoutId id="2147483796" r:id="rId25"/>
    <p:sldLayoutId id="2147483695" r:id="rId26"/>
    <p:sldLayoutId id="2147483779" r:id="rId27"/>
    <p:sldLayoutId id="2147483815" r:id="rId28"/>
    <p:sldLayoutId id="2147483816" r:id="rId29"/>
    <p:sldLayoutId id="2147483808" r:id="rId30"/>
    <p:sldLayoutId id="2147483809" r:id="rId31"/>
    <p:sldLayoutId id="2147483810" r:id="rId32"/>
    <p:sldLayoutId id="2147483811" r:id="rId33"/>
  </p:sldLayoutIdLst>
  <p:transition>
    <p:fade/>
  </p:transition>
  <p:hf sldNum="0" hdr="0" ftr="0" dt="0"/>
  <p:txStyles>
    <p:titleStyle>
      <a:lvl1pPr algn="ctr" defTabSz="914130" rtl="0" eaLnBrk="1" latinLnBrk="0" hangingPunct="1">
        <a:lnSpc>
          <a:spcPct val="90000"/>
        </a:lnSpc>
        <a:spcBef>
          <a:spcPct val="0"/>
        </a:spcBef>
        <a:buNone/>
        <a:defRPr sz="3600" b="1" kern="1200" cap="none" baseline="0">
          <a:solidFill>
            <a:schemeClr val="tx2"/>
          </a:solidFill>
          <a:latin typeface="+mj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180000" indent="-180000" algn="l" defTabSz="91413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360000" indent="-180000" algn="l" defTabSz="91413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540000" indent="-180000" algn="l" defTabSz="91413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720000" indent="-180000" algn="l" defTabSz="91413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200" b="0" i="0" kern="1200" cap="none" baseline="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900000" indent="-180000" algn="l" defTabSz="91413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1868" indent="0" algn="l" defTabSz="914130" rtl="0" eaLnBrk="1" latinLnBrk="0" hangingPunct="1">
        <a:lnSpc>
          <a:spcPct val="120000"/>
        </a:lnSpc>
        <a:spcBef>
          <a:spcPts val="1000"/>
        </a:spcBef>
        <a:buClr>
          <a:srgbClr val="E40000"/>
        </a:buClr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6pPr>
      <a:lvl7pPr marL="230400" indent="-228532" algn="l" defTabSz="914130" rtl="0" eaLnBrk="1" latinLnBrk="0" hangingPunct="1">
        <a:lnSpc>
          <a:spcPct val="120000"/>
        </a:lnSpc>
        <a:spcBef>
          <a:spcPts val="1000"/>
        </a:spcBef>
        <a:buClr>
          <a:srgbClr val="E40000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7pPr>
      <a:lvl8pPr marL="230400" indent="-228532" algn="l" defTabSz="914130" rtl="0" eaLnBrk="1" latinLnBrk="0" hangingPunct="1">
        <a:lnSpc>
          <a:spcPct val="120000"/>
        </a:lnSpc>
        <a:spcBef>
          <a:spcPts val="1000"/>
        </a:spcBef>
        <a:buClr>
          <a:srgbClr val="E40000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8pPr>
      <a:lvl9pPr marL="230400" indent="-228532" algn="l" defTabSz="914130" rtl="0" eaLnBrk="1" latinLnBrk="0" hangingPunct="1">
        <a:lnSpc>
          <a:spcPct val="120000"/>
        </a:lnSpc>
        <a:spcBef>
          <a:spcPts val="1000"/>
        </a:spcBef>
        <a:buClr>
          <a:srgbClr val="E40000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9pPr>
    </p:bodyStyle>
    <p:otherStyle>
      <a:defPPr>
        <a:defRPr lang="en-US"/>
      </a:defPPr>
      <a:lvl1pPr marL="0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0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4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9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3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9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3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8" algn="l" defTabSz="914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>
          <p15:clr>
            <a:srgbClr val="F26B43"/>
          </p15:clr>
        </p15:guide>
        <p15:guide id="8" pos="7294">
          <p15:clr>
            <a:srgbClr val="F26B43"/>
          </p15:clr>
        </p15:guide>
        <p15:guide id="9" orient="horz" pos="997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orient="horz" pos="782">
          <p15:clr>
            <a:srgbClr val="F26B43"/>
          </p15:clr>
        </p15:guide>
        <p15:guide id="12" orient="horz" pos="4201">
          <p15:clr>
            <a:srgbClr val="F26B43"/>
          </p15:clr>
        </p15:guide>
        <p15:guide id="13" orient="horz" pos="3997">
          <p15:clr>
            <a:srgbClr val="F26B43"/>
          </p15:clr>
        </p15:guide>
        <p15:guide id="14" orient="horz" pos="3793">
          <p15:clr>
            <a:srgbClr val="F26B43"/>
          </p15:clr>
        </p15:guide>
        <p15:guide id="15" pos="3845" userDrawn="1">
          <p15:clr>
            <a:srgbClr val="F26B43"/>
          </p15:clr>
        </p15:guide>
        <p15:guide id="16" pos="47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FD44F5-337F-CB0D-A033-3B4B0620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Hvorfor</a:t>
            </a:r>
            <a:r>
              <a:rPr lang="en-US" dirty="0"/>
              <a:t> </a:t>
            </a:r>
            <a:r>
              <a:rPr lang="en-US" dirty="0" err="1"/>
              <a:t>kasseres</a:t>
            </a:r>
            <a:r>
              <a:rPr lang="en-US" dirty="0"/>
              <a:t> </a:t>
            </a:r>
            <a:r>
              <a:rPr lang="en-US" dirty="0" err="1"/>
              <a:t>tekstiler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B53CD1-32E2-9793-9C16-C97EFB64CFDB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612775" y="1582738"/>
            <a:ext cx="10966450" cy="327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a-DK" dirty="0"/>
              <a:t>I forbindelse med kassation er det vigtigt at vi altid bruger den korrekte årsag fordi: </a:t>
            </a:r>
          </a:p>
          <a:p>
            <a:r>
              <a:rPr lang="da-DK" dirty="0"/>
              <a:t>Kunderne faktureres på baggrund af den årsag vi vælger</a:t>
            </a:r>
          </a:p>
          <a:p>
            <a:r>
              <a:rPr lang="da-DK" dirty="0"/>
              <a:t>Det fremgår af kunden opkrævning hvorfor vi har kassere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Vi har et mål om reducere kassationer, og det derfor vigtigt vi kan se retvisende data på volumener og årsager. </a:t>
            </a:r>
          </a:p>
          <a:p>
            <a:pPr marL="0" indent="0">
              <a:buNone/>
            </a:pPr>
            <a:r>
              <a:rPr lang="da-DK" dirty="0"/>
              <a:t>For at sikre, en fælles standard, og så sammenlignelige data som muligt, er de primære årsager defineret på de følgende sider. </a:t>
            </a:r>
          </a:p>
        </p:txBody>
      </p:sp>
    </p:spTree>
    <p:extLst>
      <p:ext uri="{BB962C8B-B14F-4D97-AF65-F5344CB8AC3E}">
        <p14:creationId xmlns:p14="http://schemas.microsoft.com/office/powerpoint/2010/main" val="36160855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C6D2-FA32-B0A7-54C3-2712E9AB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Årsager </a:t>
            </a:r>
            <a:r>
              <a:rPr lang="en-US" dirty="0" err="1"/>
              <a:t>brugt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kundeservice</a:t>
            </a:r>
            <a:endParaRPr lang="da-DK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14637A0-D972-EFC3-C19F-06BD2D5801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707796"/>
              </p:ext>
            </p:extLst>
          </p:nvPr>
        </p:nvGraphicFramePr>
        <p:xfrm>
          <a:off x="1512129" y="2175346"/>
          <a:ext cx="9394412" cy="360260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48603">
                  <a:extLst>
                    <a:ext uri="{9D8B030D-6E8A-4147-A177-3AD203B41FA5}">
                      <a16:colId xmlns:a16="http://schemas.microsoft.com/office/drawing/2014/main" val="3419910880"/>
                    </a:ext>
                  </a:extLst>
                </a:gridCol>
                <a:gridCol w="2348603">
                  <a:extLst>
                    <a:ext uri="{9D8B030D-6E8A-4147-A177-3AD203B41FA5}">
                      <a16:colId xmlns:a16="http://schemas.microsoft.com/office/drawing/2014/main" val="3322816570"/>
                    </a:ext>
                  </a:extLst>
                </a:gridCol>
                <a:gridCol w="2348603">
                  <a:extLst>
                    <a:ext uri="{9D8B030D-6E8A-4147-A177-3AD203B41FA5}">
                      <a16:colId xmlns:a16="http://schemas.microsoft.com/office/drawing/2014/main" val="2826184647"/>
                    </a:ext>
                  </a:extLst>
                </a:gridCol>
                <a:gridCol w="2348603">
                  <a:extLst>
                    <a:ext uri="{9D8B030D-6E8A-4147-A177-3AD203B41FA5}">
                      <a16:colId xmlns:a16="http://schemas.microsoft.com/office/drawing/2014/main" val="1191496024"/>
                    </a:ext>
                  </a:extLst>
                </a:gridCol>
              </a:tblGrid>
              <a:tr h="416783">
                <a:tc>
                  <a:txBody>
                    <a:bodyPr/>
                    <a:lstStyle/>
                    <a:p>
                      <a:r>
                        <a:rPr lang="en-US" sz="1050" dirty="0" err="1"/>
                        <a:t>Kode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</a:t>
                      </a:r>
                      <a:r>
                        <a:rPr lang="en-US" sz="1050" dirty="0"/>
                        <a:t>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Beskrivelse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Opkræves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Eksempel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25892"/>
                  </a:ext>
                </a:extLst>
              </a:tr>
              <a:tr h="1541525">
                <a:tc>
                  <a:txBody>
                    <a:bodyPr/>
                    <a:lstStyle/>
                    <a:p>
                      <a:r>
                        <a:rPr lang="en-US" sz="1050" dirty="0"/>
                        <a:t>AF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BTS </a:t>
                      </a:r>
                      <a:r>
                        <a:rPr lang="en-US" sz="1050" dirty="0" err="1"/>
                        <a:t>fejl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Bruges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fejl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forårsaget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os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selv</a:t>
                      </a:r>
                      <a:r>
                        <a:rPr lang="en-US" sz="1050" dirty="0"/>
                        <a:t>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50" dirty="0" err="1"/>
                        <a:t>Forkert</a:t>
                      </a:r>
                      <a:r>
                        <a:rPr lang="en-US" sz="1050" dirty="0"/>
                        <a:t> logo/label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50" dirty="0" err="1"/>
                        <a:t>Fejl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syning</a:t>
                      </a:r>
                      <a:endParaRPr lang="en-US" sz="105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50" dirty="0" err="1"/>
                        <a:t>Fejl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mærkning</a:t>
                      </a:r>
                      <a:endParaRPr lang="en-US" sz="105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50" dirty="0" err="1"/>
                        <a:t>Fejl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klipning</a:t>
                      </a:r>
                      <a:endParaRPr lang="en-US" sz="105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050" dirty="0" err="1"/>
                        <a:t>Fejl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som</a:t>
                      </a:r>
                      <a:r>
                        <a:rPr lang="en-US" sz="1050" dirty="0"/>
                        <a:t> vi har </a:t>
                      </a:r>
                      <a:r>
                        <a:rPr lang="en-US" sz="1050" dirty="0" err="1"/>
                        <a:t>lavet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og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hvor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ikke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kan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genbruges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722"/>
                  </a:ext>
                </a:extLst>
              </a:tr>
              <a:tr h="1001991">
                <a:tc>
                  <a:txBody>
                    <a:bodyPr/>
                    <a:lstStyle/>
                    <a:p>
                      <a:r>
                        <a:rPr lang="en-US" sz="1050" dirty="0"/>
                        <a:t>BORT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Bort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kommet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 – </a:t>
                      </a:r>
                      <a:r>
                        <a:rPr lang="en-US" sz="1050" dirty="0" err="1"/>
                        <a:t>hvis</a:t>
                      </a:r>
                      <a:r>
                        <a:rPr lang="en-US" sz="1050" dirty="0"/>
                        <a:t> det </a:t>
                      </a:r>
                      <a:r>
                        <a:rPr lang="en-US" sz="1050" dirty="0" err="1"/>
                        <a:t>fremgår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deres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aftale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Bruges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kassation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tekstiler</a:t>
                      </a:r>
                      <a:r>
                        <a:rPr lang="en-US" sz="1050" dirty="0"/>
                        <a:t> vi </a:t>
                      </a:r>
                      <a:r>
                        <a:rPr lang="en-US" sz="1050" dirty="0" err="1"/>
                        <a:t>ikke</a:t>
                      </a:r>
                      <a:r>
                        <a:rPr lang="en-US" sz="1050" dirty="0"/>
                        <a:t> har </a:t>
                      </a:r>
                      <a:r>
                        <a:rPr lang="en-US" sz="1050" dirty="0" err="1"/>
                        <a:t>modtaget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retur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kunder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eller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andre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måder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forsvundet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ved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179404"/>
                  </a:ext>
                </a:extLst>
              </a:tr>
              <a:tr h="642302">
                <a:tc>
                  <a:txBody>
                    <a:bodyPr/>
                    <a:lstStyle/>
                    <a:p>
                      <a:r>
                        <a:rPr lang="en-US" sz="1050" dirty="0"/>
                        <a:t>RETUR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Kassation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RETUR, </a:t>
                      </a:r>
                      <a:r>
                        <a:rPr lang="en-US" sz="1050" dirty="0" err="1"/>
                        <a:t>Mimumsleje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afmelderleje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r>
                        <a:rPr lang="en-US" sz="105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Bruges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at </a:t>
                      </a:r>
                      <a:r>
                        <a:rPr lang="en-US" sz="1050" dirty="0" err="1"/>
                        <a:t>stoppe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artikler</a:t>
                      </a:r>
                      <a:r>
                        <a:rPr lang="en-US" sz="1050" dirty="0"/>
                        <a:t> med </a:t>
                      </a:r>
                      <a:r>
                        <a:rPr lang="en-US" sz="1050" dirty="0" err="1"/>
                        <a:t>minimumsleje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afmelderleje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osv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217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561FB3-8B83-B251-6742-3454C33998D6}"/>
              </a:ext>
            </a:extLst>
          </p:cNvPr>
          <p:cNvSpPr txBox="1"/>
          <p:nvPr/>
        </p:nvSpPr>
        <p:spPr>
          <a:xfrm>
            <a:off x="1415891" y="1386366"/>
            <a:ext cx="8722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Nedenstående</a:t>
            </a:r>
            <a:r>
              <a:rPr lang="en-US" b="1" dirty="0"/>
              <a:t> </a:t>
            </a:r>
            <a:r>
              <a:rPr lang="en-US" b="1" dirty="0" err="1"/>
              <a:t>årsager</a:t>
            </a:r>
            <a:r>
              <a:rPr lang="en-US" b="1" dirty="0"/>
              <a:t> </a:t>
            </a:r>
            <a:r>
              <a:rPr lang="en-US" b="1" dirty="0" err="1"/>
              <a:t>må</a:t>
            </a:r>
            <a:r>
              <a:rPr lang="en-US" b="1" dirty="0"/>
              <a:t> </a:t>
            </a:r>
            <a:r>
              <a:rPr lang="en-US" b="1" dirty="0" err="1"/>
              <a:t>benyttes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Kundeservice</a:t>
            </a:r>
            <a:r>
              <a:rPr lang="en-US" b="1" dirty="0"/>
              <a:t> </a:t>
            </a:r>
            <a:r>
              <a:rPr lang="en-US" b="1" dirty="0" err="1"/>
              <a:t>og</a:t>
            </a:r>
            <a:r>
              <a:rPr lang="en-US" b="1" dirty="0"/>
              <a:t> Lager</a:t>
            </a:r>
          </a:p>
        </p:txBody>
      </p:sp>
    </p:spTree>
    <p:extLst>
      <p:ext uri="{BB962C8B-B14F-4D97-AF65-F5344CB8AC3E}">
        <p14:creationId xmlns:p14="http://schemas.microsoft.com/office/powerpoint/2010/main" val="42001765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3B18-776D-2C6F-FDCD-15D867E0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Årsager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driften</a:t>
            </a:r>
            <a:endParaRPr lang="da-DK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7075895-F9F2-FF5E-9EE7-188F968EBD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82099"/>
              </p:ext>
            </p:extLst>
          </p:nvPr>
        </p:nvGraphicFramePr>
        <p:xfrm>
          <a:off x="1844812" y="2266154"/>
          <a:ext cx="8293100" cy="3205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73275">
                  <a:extLst>
                    <a:ext uri="{9D8B030D-6E8A-4147-A177-3AD203B41FA5}">
                      <a16:colId xmlns:a16="http://schemas.microsoft.com/office/drawing/2014/main" val="3419910880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3322816570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2606640384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1191496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 err="1"/>
                        <a:t>Kode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</a:t>
                      </a:r>
                      <a:r>
                        <a:rPr lang="en-US" sz="1050" dirty="0"/>
                        <a:t>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Beskrivelse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Opkræves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Eksempel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25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BLÆK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Benyttes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ved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blæk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 – </a:t>
                      </a:r>
                      <a:r>
                        <a:rPr lang="en-US" sz="1050" dirty="0" err="1"/>
                        <a:t>hvis</a:t>
                      </a:r>
                      <a:r>
                        <a:rPr lang="en-US" sz="1050" dirty="0"/>
                        <a:t> det </a:t>
                      </a:r>
                      <a:r>
                        <a:rPr lang="en-US" sz="1050" dirty="0" err="1"/>
                        <a:t>fremgår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aftale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Kan </a:t>
                      </a:r>
                      <a:r>
                        <a:rPr lang="en-US" sz="1050" dirty="0" err="1"/>
                        <a:t>bruges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pletter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forårsaget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: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 err="1"/>
                        <a:t>Blæk</a:t>
                      </a:r>
                      <a:r>
                        <a:rPr lang="en-US" sz="1050" dirty="0"/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050" dirty="0" err="1"/>
                        <a:t>Tekstilet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ikke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kan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reddes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ved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ny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vask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ITU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Misligholdt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 – </a:t>
                      </a:r>
                      <a:r>
                        <a:rPr lang="en-US" sz="1050" dirty="0" err="1"/>
                        <a:t>hvis</a:t>
                      </a:r>
                      <a:r>
                        <a:rPr lang="en-US" sz="1050" dirty="0"/>
                        <a:t> det </a:t>
                      </a:r>
                      <a:r>
                        <a:rPr lang="en-US" sz="1050" dirty="0" err="1"/>
                        <a:t>fremgår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aftale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Tekstilet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ødelagt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grundet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forkert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/>
                        <a:t>Huller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 err="1"/>
                        <a:t>Klipning</a:t>
                      </a:r>
                      <a:r>
                        <a:rPr lang="en-US" sz="105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 err="1"/>
                        <a:t>Pletter</a:t>
                      </a:r>
                      <a:r>
                        <a:rPr lang="en-US" sz="1050" dirty="0"/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050" dirty="0"/>
                        <a:t>Kan </a:t>
                      </a:r>
                      <a:r>
                        <a:rPr lang="en-US" sz="1050" dirty="0" err="1"/>
                        <a:t>tilskrives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forkert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skal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kunne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identifceres</a:t>
                      </a:r>
                      <a:r>
                        <a:rPr lang="en-US" sz="1050" dirty="0"/>
                        <a:t> at </a:t>
                      </a:r>
                      <a:r>
                        <a:rPr lang="en-US" sz="1050" dirty="0" err="1"/>
                        <a:t>skaden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sket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17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SLID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Tøjet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lidt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ved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almindelig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Tekstilet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normalvis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slidt</a:t>
                      </a:r>
                      <a:endParaRPr lang="en-US" sz="105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 err="1"/>
                        <a:t>Farve</a:t>
                      </a:r>
                      <a:r>
                        <a:rPr lang="en-US" sz="1050" dirty="0"/>
                        <a:t> tab </a:t>
                      </a:r>
                      <a:r>
                        <a:rPr lang="en-US" sz="1050" dirty="0" err="1"/>
                        <a:t>pga</a:t>
                      </a:r>
                      <a:r>
                        <a:rPr lang="en-US" sz="1050" dirty="0"/>
                        <a:t>. </a:t>
                      </a:r>
                      <a:r>
                        <a:rPr lang="en-US" sz="1050" dirty="0" err="1"/>
                        <a:t>Vask</a:t>
                      </a:r>
                      <a:endParaRPr lang="en-US" sz="105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dirty="0" err="1"/>
                        <a:t>Tyndslidt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pågrund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217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40F059-1D17-3FCD-DFCB-C8C4542E802F}"/>
              </a:ext>
            </a:extLst>
          </p:cNvPr>
          <p:cNvSpPr txBox="1"/>
          <p:nvPr/>
        </p:nvSpPr>
        <p:spPr>
          <a:xfrm>
            <a:off x="1415891" y="1386366"/>
            <a:ext cx="8722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Nedenstående</a:t>
            </a:r>
            <a:r>
              <a:rPr lang="en-US" b="1" dirty="0"/>
              <a:t> </a:t>
            </a:r>
            <a:r>
              <a:rPr lang="en-US" b="1" dirty="0" err="1"/>
              <a:t>årsager</a:t>
            </a:r>
            <a:r>
              <a:rPr lang="en-US" b="1" dirty="0"/>
              <a:t> </a:t>
            </a:r>
            <a:r>
              <a:rPr lang="en-US" b="1" dirty="0" err="1"/>
              <a:t>må</a:t>
            </a:r>
            <a:r>
              <a:rPr lang="en-US" b="1" dirty="0"/>
              <a:t> </a:t>
            </a:r>
            <a:r>
              <a:rPr lang="en-US" b="1" dirty="0" err="1"/>
              <a:t>ikke</a:t>
            </a:r>
            <a:r>
              <a:rPr lang="en-US" b="1" dirty="0"/>
              <a:t> </a:t>
            </a:r>
            <a:r>
              <a:rPr lang="en-US" b="1" dirty="0" err="1"/>
              <a:t>benyttes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Kundeservice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445381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A6B9-F234-4880-A5E8-2E9FF532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Øvrige</a:t>
            </a:r>
            <a:r>
              <a:rPr lang="en-US" dirty="0"/>
              <a:t> </a:t>
            </a:r>
            <a:r>
              <a:rPr lang="en-US" dirty="0" err="1"/>
              <a:t>årsager</a:t>
            </a:r>
            <a:endParaRPr lang="da-DK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2DE9575A-9413-963D-AC7F-1233F7F86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2095366"/>
              </p:ext>
            </p:extLst>
          </p:nvPr>
        </p:nvGraphicFramePr>
        <p:xfrm>
          <a:off x="1710911" y="1998387"/>
          <a:ext cx="8293100" cy="33197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73275">
                  <a:extLst>
                    <a:ext uri="{9D8B030D-6E8A-4147-A177-3AD203B41FA5}">
                      <a16:colId xmlns:a16="http://schemas.microsoft.com/office/drawing/2014/main" val="3419910880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3322816570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1191496024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408779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 err="1"/>
                        <a:t>Kode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</a:t>
                      </a:r>
                      <a:r>
                        <a:rPr lang="en-US" sz="1050" dirty="0"/>
                        <a:t>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Beskrivelse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Opkræves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Eksempel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25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 err="1"/>
                        <a:t>P.Fejl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Produkt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fejl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Tekstilet</a:t>
                      </a:r>
                      <a:r>
                        <a:rPr lang="en-US" sz="1050" dirty="0"/>
                        <a:t> lever </a:t>
                      </a:r>
                      <a:r>
                        <a:rPr lang="en-US" sz="1050" dirty="0" err="1"/>
                        <a:t>ikke</a:t>
                      </a:r>
                      <a:r>
                        <a:rPr lang="en-US" sz="1050" dirty="0"/>
                        <a:t> op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kravet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UDG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Udgået</a:t>
                      </a:r>
                      <a:r>
                        <a:rPr lang="en-US" sz="1050" dirty="0"/>
                        <a:t>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Produktet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udgået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og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skal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ikke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på</a:t>
                      </a:r>
                      <a:r>
                        <a:rPr lang="en-US" sz="1050" dirty="0"/>
                        <a:t> lager </a:t>
                      </a:r>
                      <a:r>
                        <a:rPr lang="en-US" sz="1050" dirty="0" err="1"/>
                        <a:t>igen</a:t>
                      </a:r>
                      <a:r>
                        <a:rPr lang="en-US" sz="105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17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LOMME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Ødelagt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lommefyld</a:t>
                      </a:r>
                      <a:r>
                        <a:rPr lang="en-US" sz="1050" dirty="0"/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Der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fundet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lommefuld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som</a:t>
                      </a:r>
                      <a:r>
                        <a:rPr lang="en-US" sz="1050" dirty="0"/>
                        <a:t> har </a:t>
                      </a:r>
                      <a:r>
                        <a:rPr lang="en-US" sz="1050" dirty="0" err="1"/>
                        <a:t>ødelagt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tøjet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og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hvor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kan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identificeres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UC/LOMM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Ødelagt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lommefuld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Nej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/>
                        <a:t>Der </a:t>
                      </a:r>
                      <a:r>
                        <a:rPr lang="en-US" sz="1050" dirty="0" err="1"/>
                        <a:t>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fundet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lommefuld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som</a:t>
                      </a:r>
                      <a:r>
                        <a:rPr lang="en-US" sz="1050" dirty="0"/>
                        <a:t> har </a:t>
                      </a:r>
                      <a:r>
                        <a:rPr lang="en-US" sz="1050" dirty="0" err="1"/>
                        <a:t>ødelagt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tøjet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og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hvor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r>
                        <a:rPr lang="en-US" sz="1050" dirty="0"/>
                        <a:t> IKKE </a:t>
                      </a:r>
                      <a:r>
                        <a:rPr lang="en-US" sz="1050" dirty="0" err="1"/>
                        <a:t>identificeres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78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VSALGB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Videresalg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Internt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 err="1"/>
                        <a:t>Må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bruges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hvis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sælges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anden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afdeling</a:t>
                      </a:r>
                      <a:r>
                        <a:rPr lang="en-US" sz="105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0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VSALGK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Videresalg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af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tekstiler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til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eksternt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kunder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1130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F3E5C2-3676-9794-6392-3AD9642E8307}"/>
              </a:ext>
            </a:extLst>
          </p:cNvPr>
          <p:cNvSpPr txBox="1"/>
          <p:nvPr/>
        </p:nvSpPr>
        <p:spPr>
          <a:xfrm>
            <a:off x="1415892" y="1452626"/>
            <a:ext cx="7964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/>
              <a:t>Nedenstående</a:t>
            </a:r>
            <a:r>
              <a:rPr lang="en-US" sz="1800" b="1" dirty="0"/>
              <a:t> </a:t>
            </a:r>
            <a:r>
              <a:rPr lang="en-US" sz="1800" b="1" dirty="0" err="1"/>
              <a:t>årsager</a:t>
            </a:r>
            <a:r>
              <a:rPr lang="en-US" sz="1800" b="1" dirty="0"/>
              <a:t>, </a:t>
            </a:r>
            <a:r>
              <a:rPr lang="en-US" sz="1800" b="1" dirty="0" err="1"/>
              <a:t>kan</a:t>
            </a:r>
            <a:r>
              <a:rPr lang="en-US" sz="1800" b="1" dirty="0"/>
              <a:t> </a:t>
            </a:r>
            <a:r>
              <a:rPr lang="en-US" sz="1800" b="1" dirty="0" err="1"/>
              <a:t>også</a:t>
            </a:r>
            <a:r>
              <a:rPr lang="en-US" sz="1800" b="1" dirty="0"/>
              <a:t> </a:t>
            </a:r>
            <a:r>
              <a:rPr lang="en-US" sz="1800" b="1" dirty="0" err="1"/>
              <a:t>bruges</a:t>
            </a:r>
            <a:r>
              <a:rPr lang="en-US" sz="1800" b="1" dirty="0"/>
              <a:t>, de er </a:t>
            </a:r>
            <a:r>
              <a:rPr lang="en-US" sz="1800" b="1" dirty="0" err="1"/>
              <a:t>ikke</a:t>
            </a:r>
            <a:r>
              <a:rPr lang="en-US" sz="1800" b="1" dirty="0"/>
              <a:t> </a:t>
            </a:r>
            <a:r>
              <a:rPr lang="en-US" sz="1800" b="1" dirty="0" err="1"/>
              <a:t>primære</a:t>
            </a:r>
            <a:r>
              <a:rPr lang="en-US" sz="1800" b="1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2441556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Teknologisk Institut">
  <a:themeElements>
    <a:clrScheme name="Teknologisk Institut Dec2023">
      <a:dk1>
        <a:srgbClr val="5F0A05"/>
      </a:dk1>
      <a:lt1>
        <a:srgbClr val="FFFFFF"/>
      </a:lt1>
      <a:dk2>
        <a:srgbClr val="980C13"/>
      </a:dk2>
      <a:lt2>
        <a:srgbClr val="C00000"/>
      </a:lt2>
      <a:accent1>
        <a:srgbClr val="980C13"/>
      </a:accent1>
      <a:accent2>
        <a:srgbClr val="F3EEF0"/>
      </a:accent2>
      <a:accent3>
        <a:srgbClr val="79091B"/>
      </a:accent3>
      <a:accent4>
        <a:srgbClr val="C00000"/>
      </a:accent4>
      <a:accent5>
        <a:srgbClr val="FF8F8F"/>
      </a:accent5>
      <a:accent6>
        <a:srgbClr val="FFCBCB"/>
      </a:accent6>
      <a:hlink>
        <a:srgbClr val="0050C8"/>
      </a:hlink>
      <a:folHlink>
        <a:srgbClr val="0050C8"/>
      </a:folHlink>
    </a:clrScheme>
    <a:fontScheme name="Teknologisk Institu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F6B59EE6-6504-4634-8BFF-DE93A60300E2}" vid="{36F0E9E6-53D0-47AE-B92F-7D19CD084610}"/>
    </a:ext>
  </a:extLst>
</a:theme>
</file>

<file path=ppt/theme/theme2.xml><?xml version="1.0" encoding="utf-8"?>
<a:theme xmlns:a="http://schemas.openxmlformats.org/drawingml/2006/main" name="Office Theme">
  <a:themeElements>
    <a:clrScheme name="Teknologisk Institut">
      <a:dk1>
        <a:srgbClr val="000000"/>
      </a:dk1>
      <a:lt1>
        <a:srgbClr val="FFFFFF"/>
      </a:lt1>
      <a:dk2>
        <a:srgbClr val="434443"/>
      </a:dk2>
      <a:lt2>
        <a:srgbClr val="A9AAA9"/>
      </a:lt2>
      <a:accent1>
        <a:srgbClr val="2552A3"/>
      </a:accent1>
      <a:accent2>
        <a:srgbClr val="F11935"/>
      </a:accent2>
      <a:accent3>
        <a:srgbClr val="67C8BB"/>
      </a:accent3>
      <a:accent4>
        <a:srgbClr val="1C283A"/>
      </a:accent4>
      <a:accent5>
        <a:srgbClr val="FFF300"/>
      </a:accent5>
      <a:accent6>
        <a:srgbClr val="005E49"/>
      </a:accent6>
      <a:hlink>
        <a:srgbClr val="2552A3"/>
      </a:hlink>
      <a:folHlink>
        <a:srgbClr val="2552A3"/>
      </a:folHlink>
    </a:clrScheme>
    <a:fontScheme name="Teknologisk Institu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knologisk Institut">
      <a:dk1>
        <a:srgbClr val="000000"/>
      </a:dk1>
      <a:lt1>
        <a:srgbClr val="FFFFFF"/>
      </a:lt1>
      <a:dk2>
        <a:srgbClr val="434443"/>
      </a:dk2>
      <a:lt2>
        <a:srgbClr val="A9AAA9"/>
      </a:lt2>
      <a:accent1>
        <a:srgbClr val="2552A3"/>
      </a:accent1>
      <a:accent2>
        <a:srgbClr val="F11935"/>
      </a:accent2>
      <a:accent3>
        <a:srgbClr val="67C8BB"/>
      </a:accent3>
      <a:accent4>
        <a:srgbClr val="1C283A"/>
      </a:accent4>
      <a:accent5>
        <a:srgbClr val="FFF300"/>
      </a:accent5>
      <a:accent6>
        <a:srgbClr val="005E49"/>
      </a:accent6>
      <a:hlink>
        <a:srgbClr val="2552A3"/>
      </a:hlink>
      <a:folHlink>
        <a:srgbClr val="2552A3"/>
      </a:folHlink>
    </a:clrScheme>
    <a:fontScheme name="Teknologisk Institu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ppt/theme/themeOverride2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ppt/theme/themeOverride3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ppt/theme/themeOverride4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ppt/theme/themeOverride5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ppt/theme/themeOverride6.xml><?xml version="1.0" encoding="utf-8"?>
<a:themeOverride xmlns:a="http://schemas.openxmlformats.org/drawingml/2006/main">
  <a:clrScheme name="Teknologisk Institut Dec2023">
    <a:dk1>
      <a:srgbClr val="5F0A05"/>
    </a:dk1>
    <a:lt1>
      <a:srgbClr val="FFFFFF"/>
    </a:lt1>
    <a:dk2>
      <a:srgbClr val="980C13"/>
    </a:dk2>
    <a:lt2>
      <a:srgbClr val="C00000"/>
    </a:lt2>
    <a:accent1>
      <a:srgbClr val="980C13"/>
    </a:accent1>
    <a:accent2>
      <a:srgbClr val="F3EEF0"/>
    </a:accent2>
    <a:accent3>
      <a:srgbClr val="980C13"/>
    </a:accent3>
    <a:accent4>
      <a:srgbClr val="C00000"/>
    </a:accent4>
    <a:accent5>
      <a:srgbClr val="FF8F8F"/>
    </a:accent5>
    <a:accent6>
      <a:srgbClr val="FFCBCB"/>
    </a:accent6>
    <a:hlink>
      <a:srgbClr val="0050C8"/>
    </a:hlink>
    <a:folHlink>
      <a:srgbClr val="0050C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983070744453391","enableDocumentContentUpdater":false,"version":"1.5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983070744765760","enableDocumentContentUpdater":false,"version":"1.5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983070743984231","enableDocumentContentUpdater":false,"version":"1.5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8388507784286886","enableDocumentContentUpdater":false,"version":"1.5"}]]></TemplafySlideTemplate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983070744296882","enableDocumentContentUpdater":false,"version":"1.5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983070739921702","enableDocumentContentUpdater":false,"version":"1.5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documentContentValidatorConfiguration":{"enableDocumentContentValidator":false,"documentContentValidatorVersion":0},"elementsMetadata":[],"slideId":"638388507784130630","enableDocumentContentUpdater":false,"version":"1.5"}]]></TemplafySlideTemplateConfiguration>
</file>

<file path=customXml/item20.xml><?xml version="1.0" encoding="utf-8"?>
<TemplafySlideTemplateConfiguration><![CDATA[{"documentContentValidatorConfiguration":{"enableDocumentContentValidator":false,"documentContentValidatorVersion":0},"elementsMetadata":[],"slideId":"637983070744922676","enableDocumentContentUpdater":false,"version":"1.5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documentContentValidatorConfiguration":{"enableDocumentContentValidator":false,"documentContentValidatorVersion":0},"elementsMetadata":[],"slideId":"638388507784286887","enableDocumentContentUpdater":false,"version":"1.5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documentContentValidatorConfiguration":{"enableDocumentContentValidator":false,"documentContentValidatorVersion":0},"elementsMetadata":[],"slideId":"638384914647868108","enableDocumentContentUpdater":false,"version":"1.5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documentContentValidatorConfiguration":{"enableDocumentContentValidator":false,"documentContentValidatorVersion":0},"elementsMetadata":[],"slideId":"637983070738984217","enableDocumentContentUpdater":false,"version":"1.5"}]]></TemplafySlideTemplateConfiguration>
</file>

<file path=customXml/item30.xml><?xml version="1.0" encoding="utf-8"?>
<TemplafySlideTemplateConfiguration><![CDATA[{"documentContentValidatorConfiguration":{"enableDocumentContentValidator":false,"documentContentValidatorVersion":0},"elementsMetadata":[],"slideId":"637983070743515545","enableDocumentContentUpdater":false,"version":"1.5"}]]></TemplafySlideTemplateConfiguration>
</file>

<file path=customXml/item31.xml><?xml version="1.0" encoding="utf-8"?>
<TemplafySlideTemplateConfiguration><![CDATA[{"documentContentValidatorConfiguration":{"enableDocumentContentValidator":false,"documentContentValidatorVersion":0},"elementsMetadata":[],"slideId":"637983070745391049","enableDocumentContentUpdater":false,"version":"1.5"}]]></TemplafySlideTemplateConfiguration>
</file>

<file path=customXml/item32.xml><?xml version="1.0" encoding="utf-8"?>
<TemplafySlideTemplateConfiguration><![CDATA[{"documentContentValidatorConfiguration":{"enableDocumentContentValidator":false,"documentContentValidatorVersion":0},"elementsMetadata":[],"slideId":"637983070738359537","enableDocumentContentUpdater":false,"version":"1.5"}]]></TemplafySlideTemplateConfiguration>
</file>

<file path=customXml/item33.xml><?xml version="1.0" encoding="utf-8"?>
<TemplafySlideTemplateConfiguration><![CDATA[{"documentContentValidatorConfiguration":{"enableDocumentContentValidator":false,"documentContentValidatorVersion":0},"elementsMetadata":[],"slideId":"637983070741015580","enableDocumentContentUpdater":false,"version":"1.5"}]]></TemplafySlideTemplateConfiguration>
</file>

<file path=customXml/item34.xml><?xml version="1.0" encoding="utf-8"?>
<TemplafySlideTemplateConfiguration><![CDATA[{"documentContentValidatorConfiguration":{"enableDocumentContentValidator":false,"documentContentValidatorVersion":0},"elementsMetadata":[],"slideId":"637983070740390523","enableDocumentContentUpdater":false,"version":"1.5"}]]></TemplafySlideTemplateConfiguration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documentContentValidatorConfiguration":{"enableDocumentContentValidator":false,"documentContentValidatorVersion":0},"elementsMetadata":[],"slideId":"637983070744609403","enableDocumentContentUpdater":false,"version":"1.5"}]]></TemplafySlideTemplateConfiguration>
</file>

<file path=customXml/item38.xml><?xml version="1.0" encoding="utf-8"?>
<TemplafyTemplateConfiguration><![CDATA[{"elementsMetadata":[],"transformationConfigurations":[],"templateName":"","templateDescription":"","enableDocumentContentUpdater":false,"version":"1.5"}]]></TemplafyTemplateConfiguration>
</file>

<file path=customXml/item39.xml><?xml version="1.0" encoding="utf-8"?>
<TemplafyFormConfiguration><![CDATA[{"formFields":[],"formDataEntries":[]}]]></TemplafyFormConfiguration>
</file>

<file path=customXml/item40.xml><?xml version="1.0" encoding="utf-8"?>
<TemplafySlideTemplateConfiguration><![CDATA[{"documentContentValidatorConfiguration":{"enableDocumentContentValidator":false,"documentContentValidatorVersion":0},"elementsMetadata":[],"slideId":"638384914648336845","enableDocumentContentUpdater":false,"version":"1.5"}]]></TemplafySlideTemplateConfiguration>
</file>

<file path=customXml/item41.xml><?xml version="1.0" encoding="utf-8"?>
<TemplafySlideTemplateConfiguration><![CDATA[{"documentContentValidatorConfiguration":{"enableDocumentContentValidator":false,"documentContentValidatorVersion":0},"elementsMetadata":[],"slideId":"638836008708390184","enableDocumentContentUpdater":false,"version":"1.5"}]]></TemplafySlideTemplateConfiguration>
</file>

<file path=customXml/item42.xml><?xml version="1.0" encoding="utf-8"?>
<TemplafySlideTemplateConfiguration><![CDATA[{"documentContentValidatorConfiguration":{"enableDocumentContentValidator":false,"documentContentValidatorVersion":0},"elementsMetadata":[],"slideId":"638836008712921559","enableDocumentContentUpdater":false,"version":"1.5"}]]></TemplafySlideTemplateConfiguration>
</file>

<file path=customXml/item43.xml><?xml version="1.0" encoding="utf-8"?>
<TemplafySlideTemplateConfiguration><![CDATA[{"documentContentValidatorConfiguration":{"enableDocumentContentValidator":false,"documentContentValidatorVersion":0},"elementsMetadata":[],"slideId":"637983070744140990","enableDocumentContentUpdater":false,"version":"1.5"}]]></TemplafySlideTemplateConfiguration>
</file>

<file path=customXml/item4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9A01632-B13F-4CE1-B3ED-F2121EEBCD33}">
  <ds:schemaRefs/>
</ds:datastoreItem>
</file>

<file path=customXml/itemProps2.xml><?xml version="1.0" encoding="utf-8"?>
<ds:datastoreItem xmlns:ds="http://schemas.openxmlformats.org/officeDocument/2006/customXml" ds:itemID="{154B2D33-6E02-4AFF-BD60-4ED6404AD9B3}">
  <ds:schemaRefs/>
</ds:datastoreItem>
</file>

<file path=customXml/itemProps3.xml><?xml version="1.0" encoding="utf-8"?>
<ds:datastoreItem xmlns:ds="http://schemas.openxmlformats.org/officeDocument/2006/customXml" ds:itemID="{78A28966-D18D-4A5A-A9CF-22044D510085}">
  <ds:schemaRefs/>
</ds:datastoreItem>
</file>

<file path=customXml/itemProps4.xml><?xml version="1.0" encoding="utf-8"?>
<ds:datastoreItem xmlns:ds="http://schemas.openxmlformats.org/officeDocument/2006/customXml" ds:itemID="{6AF26050-A96E-4FC4-A41F-19F5F0F86963}">
  <ds:schemaRefs/>
</ds:datastoreItem>
</file>

<file path=customXml/itemProps5.xml><?xml version="1.0" encoding="utf-8"?>
<ds:datastoreItem xmlns:ds="http://schemas.openxmlformats.org/officeDocument/2006/customXml" ds:itemID="{ECC79D8E-5E9D-4FF3-BB4A-9C828418C9FE}">
  <ds:schemaRefs/>
</ds:datastoreItem>
</file>

<file path=customXml/itemProps6.xml><?xml version="1.0" encoding="utf-8"?>
<ds:datastoreItem xmlns:ds="http://schemas.openxmlformats.org/officeDocument/2006/customXml" ds:itemID="{5C42E820-744F-4ED4-A7D9-388AC9E640EA}">
  <ds:schemaRefs/>
</ds:datastoreItem>
</file>

<file path=customXml/itemProps7.xml><?xml version="1.0" encoding="utf-8"?>
<ds:datastoreItem xmlns:ds="http://schemas.openxmlformats.org/officeDocument/2006/customXml" ds:itemID="{EA3E3AF5-D9CD-4280-86B9-BC8C8FD861E1}">
  <ds:schemaRefs/>
</ds:datastoreItem>
</file>

<file path=customXml/itemProps8.xml><?xml version="1.0" encoding="utf-8"?>
<ds:datastoreItem xmlns:ds="http://schemas.openxmlformats.org/officeDocument/2006/customXml" ds:itemID="{E307EF58-25C2-491E-9EB9-2EE9B46CD0BD}">
  <ds:schemaRefs/>
</ds:datastoreItem>
</file>

<file path=customXml/itemProps9.xml><?xml version="1.0" encoding="utf-8"?>
<ds:datastoreItem xmlns:ds="http://schemas.openxmlformats.org/officeDocument/2006/customXml" ds:itemID="{70BA7F58-7D2C-4156-95FE-995539E34AC9}">
  <ds:schemaRefs/>
</ds:datastoreItem>
</file>

<file path=customXml/itemProps10.xml><?xml version="1.0" encoding="utf-8"?>
<ds:datastoreItem xmlns:ds="http://schemas.openxmlformats.org/officeDocument/2006/customXml" ds:itemID="{7D6BAD62-0B53-4A0F-A051-5173BA03AB6E}">
  <ds:schemaRefs/>
</ds:datastoreItem>
</file>

<file path=customXml/itemProps11.xml><?xml version="1.0" encoding="utf-8"?>
<ds:datastoreItem xmlns:ds="http://schemas.openxmlformats.org/officeDocument/2006/customXml" ds:itemID="{E0299B0D-686F-4D0A-8DBE-DF78E1D2C5EF}">
  <ds:schemaRefs/>
</ds:datastoreItem>
</file>

<file path=customXml/itemProps12.xml><?xml version="1.0" encoding="utf-8"?>
<ds:datastoreItem xmlns:ds="http://schemas.openxmlformats.org/officeDocument/2006/customXml" ds:itemID="{3B4780B5-C036-4F89-BC06-3ACB5A5C3CD0}">
  <ds:schemaRefs/>
</ds:datastoreItem>
</file>

<file path=customXml/itemProps13.xml><?xml version="1.0" encoding="utf-8"?>
<ds:datastoreItem xmlns:ds="http://schemas.openxmlformats.org/officeDocument/2006/customXml" ds:itemID="{2D20D145-03C3-419E-ABF8-F7F3CD342E56}">
  <ds:schemaRefs/>
</ds:datastoreItem>
</file>

<file path=customXml/itemProps14.xml><?xml version="1.0" encoding="utf-8"?>
<ds:datastoreItem xmlns:ds="http://schemas.openxmlformats.org/officeDocument/2006/customXml" ds:itemID="{A86F879E-5411-4A64-BE4E-1B44A35CAACA}">
  <ds:schemaRefs/>
</ds:datastoreItem>
</file>

<file path=customXml/itemProps15.xml><?xml version="1.0" encoding="utf-8"?>
<ds:datastoreItem xmlns:ds="http://schemas.openxmlformats.org/officeDocument/2006/customXml" ds:itemID="{2BD10ED4-8EC9-4EC6-B97F-9F7EBBE87496}">
  <ds:schemaRefs/>
</ds:datastoreItem>
</file>

<file path=customXml/itemProps16.xml><?xml version="1.0" encoding="utf-8"?>
<ds:datastoreItem xmlns:ds="http://schemas.openxmlformats.org/officeDocument/2006/customXml" ds:itemID="{1D6550CD-E766-A648-987B-52421A36BB78}">
  <ds:schemaRefs/>
</ds:datastoreItem>
</file>

<file path=customXml/itemProps17.xml><?xml version="1.0" encoding="utf-8"?>
<ds:datastoreItem xmlns:ds="http://schemas.openxmlformats.org/officeDocument/2006/customXml" ds:itemID="{21BA8994-5F5C-4594-A46F-C81CD7A25E41}">
  <ds:schemaRefs/>
</ds:datastoreItem>
</file>

<file path=customXml/itemProps18.xml><?xml version="1.0" encoding="utf-8"?>
<ds:datastoreItem xmlns:ds="http://schemas.openxmlformats.org/officeDocument/2006/customXml" ds:itemID="{E97B27CD-41BF-8D4F-B8CD-DF4B03E0111B}">
  <ds:schemaRefs/>
</ds:datastoreItem>
</file>

<file path=customXml/itemProps19.xml><?xml version="1.0" encoding="utf-8"?>
<ds:datastoreItem xmlns:ds="http://schemas.openxmlformats.org/officeDocument/2006/customXml" ds:itemID="{A9793285-20D3-4BF5-B3BE-86E4F047FD56}">
  <ds:schemaRefs/>
</ds:datastoreItem>
</file>

<file path=customXml/itemProps20.xml><?xml version="1.0" encoding="utf-8"?>
<ds:datastoreItem xmlns:ds="http://schemas.openxmlformats.org/officeDocument/2006/customXml" ds:itemID="{D908E746-3F86-46CF-BBA4-7BFF387B33C8}">
  <ds:schemaRefs/>
</ds:datastoreItem>
</file>

<file path=customXml/itemProps21.xml><?xml version="1.0" encoding="utf-8"?>
<ds:datastoreItem xmlns:ds="http://schemas.openxmlformats.org/officeDocument/2006/customXml" ds:itemID="{E5369909-03A7-4828-A87F-2CEF7A63BD5B}">
  <ds:schemaRefs/>
</ds:datastoreItem>
</file>

<file path=customXml/itemProps22.xml><?xml version="1.0" encoding="utf-8"?>
<ds:datastoreItem xmlns:ds="http://schemas.openxmlformats.org/officeDocument/2006/customXml" ds:itemID="{772CAC64-BBF1-4538-93B6-A7D529C4E107}">
  <ds:schemaRefs/>
</ds:datastoreItem>
</file>

<file path=customXml/itemProps23.xml><?xml version="1.0" encoding="utf-8"?>
<ds:datastoreItem xmlns:ds="http://schemas.openxmlformats.org/officeDocument/2006/customXml" ds:itemID="{80A0434F-A877-4593-B5A6-2EEEBFDEA3CA}">
  <ds:schemaRefs/>
</ds:datastoreItem>
</file>

<file path=customXml/itemProps24.xml><?xml version="1.0" encoding="utf-8"?>
<ds:datastoreItem xmlns:ds="http://schemas.openxmlformats.org/officeDocument/2006/customXml" ds:itemID="{7C069F71-E283-485D-939F-8BD41E16D7F6}">
  <ds:schemaRefs/>
</ds:datastoreItem>
</file>

<file path=customXml/itemProps25.xml><?xml version="1.0" encoding="utf-8"?>
<ds:datastoreItem xmlns:ds="http://schemas.openxmlformats.org/officeDocument/2006/customXml" ds:itemID="{1BACBF44-A19F-4AAF-BA4E-99CF63610DD5}">
  <ds:schemaRefs/>
</ds:datastoreItem>
</file>

<file path=customXml/itemProps26.xml><?xml version="1.0" encoding="utf-8"?>
<ds:datastoreItem xmlns:ds="http://schemas.openxmlformats.org/officeDocument/2006/customXml" ds:itemID="{07C35D19-9817-48A1-8BBF-FEFCE7FE5C75}">
  <ds:schemaRefs/>
</ds:datastoreItem>
</file>

<file path=customXml/itemProps27.xml><?xml version="1.0" encoding="utf-8"?>
<ds:datastoreItem xmlns:ds="http://schemas.openxmlformats.org/officeDocument/2006/customXml" ds:itemID="{F8935738-D3FF-41A7-B3A0-0A94F1FB91FE}">
  <ds:schemaRefs/>
</ds:datastoreItem>
</file>

<file path=customXml/itemProps28.xml><?xml version="1.0" encoding="utf-8"?>
<ds:datastoreItem xmlns:ds="http://schemas.openxmlformats.org/officeDocument/2006/customXml" ds:itemID="{7D26E69D-5E70-456E-8B24-E91B3602567F}">
  <ds:schemaRefs/>
</ds:datastoreItem>
</file>

<file path=customXml/itemProps29.xml><?xml version="1.0" encoding="utf-8"?>
<ds:datastoreItem xmlns:ds="http://schemas.openxmlformats.org/officeDocument/2006/customXml" ds:itemID="{3A7CE578-1254-4020-B26C-096353A1D067}">
  <ds:schemaRefs/>
</ds:datastoreItem>
</file>

<file path=customXml/itemProps30.xml><?xml version="1.0" encoding="utf-8"?>
<ds:datastoreItem xmlns:ds="http://schemas.openxmlformats.org/officeDocument/2006/customXml" ds:itemID="{E8BF01A7-2B24-6F44-BB9C-CC3F3A05F66C}">
  <ds:schemaRefs/>
</ds:datastoreItem>
</file>

<file path=customXml/itemProps31.xml><?xml version="1.0" encoding="utf-8"?>
<ds:datastoreItem xmlns:ds="http://schemas.openxmlformats.org/officeDocument/2006/customXml" ds:itemID="{5C63D681-C74E-4536-A1FE-E4DA8281A407}">
  <ds:schemaRefs/>
</ds:datastoreItem>
</file>

<file path=customXml/itemProps32.xml><?xml version="1.0" encoding="utf-8"?>
<ds:datastoreItem xmlns:ds="http://schemas.openxmlformats.org/officeDocument/2006/customXml" ds:itemID="{837B9F2E-7243-4820-A846-FA92E7866FFA}">
  <ds:schemaRefs/>
</ds:datastoreItem>
</file>

<file path=customXml/itemProps33.xml><?xml version="1.0" encoding="utf-8"?>
<ds:datastoreItem xmlns:ds="http://schemas.openxmlformats.org/officeDocument/2006/customXml" ds:itemID="{A6407336-DC93-B942-8BE4-5F2682AC594B}">
  <ds:schemaRefs/>
</ds:datastoreItem>
</file>

<file path=customXml/itemProps34.xml><?xml version="1.0" encoding="utf-8"?>
<ds:datastoreItem xmlns:ds="http://schemas.openxmlformats.org/officeDocument/2006/customXml" ds:itemID="{AF569017-C13E-4053-A135-4465C81773FF}">
  <ds:schemaRefs/>
</ds:datastoreItem>
</file>

<file path=customXml/itemProps35.xml><?xml version="1.0" encoding="utf-8"?>
<ds:datastoreItem xmlns:ds="http://schemas.openxmlformats.org/officeDocument/2006/customXml" ds:itemID="{07B7083B-97E8-4228-A1E3-65258B137112}">
  <ds:schemaRefs/>
</ds:datastoreItem>
</file>

<file path=customXml/itemProps36.xml><?xml version="1.0" encoding="utf-8"?>
<ds:datastoreItem xmlns:ds="http://schemas.openxmlformats.org/officeDocument/2006/customXml" ds:itemID="{CCCFA03B-C32D-4A4A-AD06-92D3A9959055}">
  <ds:schemaRefs/>
</ds:datastoreItem>
</file>

<file path=customXml/itemProps37.xml><?xml version="1.0" encoding="utf-8"?>
<ds:datastoreItem xmlns:ds="http://schemas.openxmlformats.org/officeDocument/2006/customXml" ds:itemID="{F8E146BC-051B-49A4-B443-55E86FAA6DCF}">
  <ds:schemaRefs/>
</ds:datastoreItem>
</file>

<file path=customXml/itemProps38.xml><?xml version="1.0" encoding="utf-8"?>
<ds:datastoreItem xmlns:ds="http://schemas.openxmlformats.org/officeDocument/2006/customXml" ds:itemID="{A203D338-9202-41B1-97EF-2631A0A55E7C}">
  <ds:schemaRefs/>
</ds:datastoreItem>
</file>

<file path=customXml/itemProps39.xml><?xml version="1.0" encoding="utf-8"?>
<ds:datastoreItem xmlns:ds="http://schemas.openxmlformats.org/officeDocument/2006/customXml" ds:itemID="{FA3B3472-0540-46AE-9DE9-9C59CB810885}">
  <ds:schemaRefs/>
</ds:datastoreItem>
</file>

<file path=customXml/itemProps40.xml><?xml version="1.0" encoding="utf-8"?>
<ds:datastoreItem xmlns:ds="http://schemas.openxmlformats.org/officeDocument/2006/customXml" ds:itemID="{2373DBEE-FBFB-4394-B78C-B7E07FC87B2C}">
  <ds:schemaRefs/>
</ds:datastoreItem>
</file>

<file path=customXml/itemProps41.xml><?xml version="1.0" encoding="utf-8"?>
<ds:datastoreItem xmlns:ds="http://schemas.openxmlformats.org/officeDocument/2006/customXml" ds:itemID="{AF435B4E-26FC-4A32-BD66-06949E43FD1A}">
  <ds:schemaRefs/>
</ds:datastoreItem>
</file>

<file path=customXml/itemProps42.xml><?xml version="1.0" encoding="utf-8"?>
<ds:datastoreItem xmlns:ds="http://schemas.openxmlformats.org/officeDocument/2006/customXml" ds:itemID="{83DD4DE2-A1AB-4FB7-B706-7743AB0AF70C}">
  <ds:schemaRefs/>
</ds:datastoreItem>
</file>

<file path=customXml/itemProps43.xml><?xml version="1.0" encoding="utf-8"?>
<ds:datastoreItem xmlns:ds="http://schemas.openxmlformats.org/officeDocument/2006/customXml" ds:itemID="{EA2349A3-FE9A-4365-B8B6-B0AABBBFA623}">
  <ds:schemaRefs/>
</ds:datastoreItem>
</file>

<file path=customXml/itemProps44.xml><?xml version="1.0" encoding="utf-8"?>
<ds:datastoreItem xmlns:ds="http://schemas.openxmlformats.org/officeDocument/2006/customXml" ds:itemID="{8E97700E-3424-44AB-8C22-BA988E7B690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1_Teknologisk Institut</Template>
  <TotalTime>16</TotalTime>
  <Words>417</Words>
  <Application>Microsoft Office PowerPoint</Application>
  <PresentationFormat>Custom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Open Sans</vt:lpstr>
      <vt:lpstr>1_Teknologisk Institut</vt:lpstr>
      <vt:lpstr>Hvorfor kasseres tekstiler?</vt:lpstr>
      <vt:lpstr>Årsager brugt i kundeservice</vt:lpstr>
      <vt:lpstr>Årsager til driften</vt:lpstr>
      <vt:lpstr>Øvrige årsager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Morten Bormann Nielsen</dc:creator>
  <cp:keywords/>
  <dc:description/>
  <cp:lastModifiedBy>Morten Bormann Nielsen</cp:lastModifiedBy>
  <cp:revision>7</cp:revision>
  <dcterms:created xsi:type="dcterms:W3CDTF">2022-07-06T07:06:54Z</dcterms:created>
  <dcterms:modified xsi:type="dcterms:W3CDTF">2026-02-04T08:44:47Z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  <property fmtid="{D5CDD505-2E9C-101B-9397-08002B2CF9AE}" pid="3" name="TemplafyTimeStamp">
    <vt:lpwstr>2025-05-23T12:41:09.6932574Z</vt:lpwstr>
  </property>
  <property fmtid="{D5CDD505-2E9C-101B-9397-08002B2CF9AE}" pid="4" name="Created by">
    <vt:lpwstr>omnidocs.com</vt:lpwstr>
  </property>
  <property fmtid="{D5CDD505-2E9C-101B-9397-08002B2CF9AE}" pid="5" name="TemplafyTenantId">
    <vt:lpwstr>teknologisk</vt:lpwstr>
  </property>
  <property fmtid="{D5CDD505-2E9C-101B-9397-08002B2CF9AE}" pid="6" name="TemplafyTemplateId">
    <vt:lpwstr>638398198446074666</vt:lpwstr>
  </property>
  <property fmtid="{D5CDD505-2E9C-101B-9397-08002B2CF9AE}" pid="7" name="TemplafyUserProfileId">
    <vt:lpwstr>637087209931006604</vt:lpwstr>
  </property>
  <property fmtid="{D5CDD505-2E9C-101B-9397-08002B2CF9AE}" pid="8" name="TemplafyLanguageCode">
    <vt:lpwstr>en-GB</vt:lpwstr>
  </property>
</Properties>
</file>